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67.xml"/>
  <Override ContentType="application/vnd.openxmlformats-officedocument.presentationml.notesSlide+xml" PartName="/ppt/notesSlides/notesSlide92.xml"/>
  <Override ContentType="application/vnd.openxmlformats-officedocument.presentationml.notesSlide+xml" PartName="/ppt/notesSlides/notesSlide5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84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76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41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9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50.xml"/>
  <Override ContentType="application/vnd.openxmlformats-officedocument.presentationml.notesSlide+xml" PartName="/ppt/notesSlides/notesSlide68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42.xml"/>
  <Override ContentType="application/vnd.openxmlformats-officedocument.presentationml.notesSlide+xml" PartName="/ppt/notesSlides/notesSlide82.xml"/>
  <Override ContentType="application/vnd.openxmlformats-officedocument.presentationml.notesSlide+xml" PartName="/ppt/notesSlides/notesSlide85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51.xml"/>
  <Override ContentType="application/vnd.openxmlformats-officedocument.presentationml.notesSlide+xml" PartName="/ppt/notesSlides/notesSlide77.xml"/>
  <Override ContentType="application/vnd.openxmlformats-officedocument.presentationml.notesSlide+xml" PartName="/ppt/notesSlides/notesSlide90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43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8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73.xml"/>
  <Override ContentType="application/vnd.openxmlformats-officedocument.presentationml.notesSlide+xml" PartName="/ppt/notesSlides/notesSlide56.xml"/>
  <Override ContentType="application/vnd.openxmlformats-officedocument.presentationml.notesSlide+xml" PartName="/ppt/notesSlides/notesSlide8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69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80.xml"/>
  <Override ContentType="application/vnd.openxmlformats-officedocument.presentationml.notesSlide+xml" PartName="/ppt/notesSlides/notesSlide61.xml"/>
  <Override ContentType="application/vnd.openxmlformats-officedocument.presentationml.notesSlide+xml" PartName="/ppt/notesSlides/notesSlide74.xml"/>
  <Override ContentType="application/vnd.openxmlformats-officedocument.presentationml.notesSlide+xml" PartName="/ppt/notesSlides/notesSlide87.xml"/>
  <Override ContentType="application/vnd.openxmlformats-officedocument.presentationml.notesSlide+xml" PartName="/ppt/notesSlides/notesSlide57.xml"/>
  <Override ContentType="application/vnd.openxmlformats-officedocument.presentationml.notesSlide+xml" PartName="/ppt/notesSlides/notesSlide44.xml"/>
  <Override ContentType="application/vnd.openxmlformats-officedocument.presentationml.notesSlide+xml" PartName="/ppt/notesSlides/notesSlide58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8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75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62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54.xml"/>
  <Override ContentType="application/vnd.openxmlformats-officedocument.presentationml.notesSlide+xml" PartName="/ppt/notesSlides/notesSlide45.xml"/>
  <Override ContentType="application/vnd.openxmlformats-officedocument.presentationml.notesSlide+xml" PartName="/ppt/notesSlides/notesSlide70.xml"/>
  <Override ContentType="application/vnd.openxmlformats-officedocument.presentationml.notesSlide+xml" PartName="/ppt/notesSlides/notesSlide46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89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63.xml"/>
  <Override ContentType="application/vnd.openxmlformats-officedocument.presentationml.notesSlide+xml" PartName="/ppt/notesSlides/notesSlide5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47.xml"/>
  <Override ContentType="application/vnd.openxmlformats-officedocument.presentationml.notesSlide+xml" PartName="/ppt/notesSlides/notesSlide72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60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64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48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5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65.xml"/>
  <Override ContentType="application/vnd.openxmlformats-officedocument.presentationml.notesSlide+xml" PartName="/ppt/notesSlides/notesSlide78.xml"/>
  <Override ContentType="application/vnd.openxmlformats-officedocument.presentationml.notesSlide+xml" PartName="/ppt/notesSlides/notesSlide79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49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83.xml"/>
  <Override ContentType="application/vnd.openxmlformats-officedocument.presentationml.notesSlide+xml" PartName="/ppt/notesSlides/notesSlide71.xml"/>
  <Override ContentType="application/vnd.openxmlformats-officedocument.presentationml.notesSlide+xml" PartName="/ppt/notesSlides/notesSlide53.xml"/>
  <Override ContentType="application/vnd.openxmlformats-officedocument.presentationml.notesSlide+xml" PartName="/ppt/notesSlides/notesSlide40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66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24.xml"/>
  <Override ContentType="application/vnd.openxmlformats-officedocument.presentationml.slideLayout+xml" PartName="/ppt/slideLayouts/slideLayout37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29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40.xml"/>
  <Override ContentType="application/vnd.openxmlformats-officedocument.presentationml.slideLayout+xml" PartName="/ppt/slideLayouts/slideLayout16.xml"/>
  <Override ContentType="application/vnd.openxmlformats-officedocument.presentationml.slideLayout+xml" PartName="/ppt/slideLayouts/slideLayout20.xml"/>
  <Override ContentType="application/vnd.openxmlformats-officedocument.presentationml.slideLayout+xml" PartName="/ppt/slideLayouts/slideLayout33.xml"/>
  <Override ContentType="application/vnd.openxmlformats-officedocument.presentationml.slideLayout+xml" PartName="/ppt/slideLayouts/slideLayout25.xml"/>
  <Override ContentType="application/vnd.openxmlformats-officedocument.presentationml.slideLayout+xml" PartName="/ppt/slideLayouts/slideLayout17.xml"/>
  <Override ContentType="application/vnd.openxmlformats-officedocument.presentationml.slideLayout+xml" PartName="/ppt/slideLayouts/slideLayout38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34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21.xml"/>
  <Override ContentType="application/vnd.openxmlformats-officedocument.presentationml.slideLayout+xml" PartName="/ppt/slideLayouts/slideLayout30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18.xml"/>
  <Override ContentType="application/vnd.openxmlformats-officedocument.presentationml.slideLayout+xml" PartName="/ppt/slideLayouts/slideLayout26.xml"/>
  <Override ContentType="application/vnd.openxmlformats-officedocument.presentationml.slideLayout+xml" PartName="/ppt/slideLayouts/slideLayout13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2.xml"/>
  <Override ContentType="application/vnd.openxmlformats-officedocument.presentationml.slideLayout+xml" PartName="/ppt/slideLayouts/slideLayout39.xml"/>
  <Override ContentType="application/vnd.openxmlformats-officedocument.presentationml.slideLayout+xml" PartName="/ppt/slideLayouts/slideLayout35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31.xml"/>
  <Override ContentType="application/vnd.openxmlformats-officedocument.presentationml.slideLayout+xml" PartName="/ppt/slideLayouts/slideLayout19.xml"/>
  <Override ContentType="application/vnd.openxmlformats-officedocument.presentationml.slideLayout+xml" PartName="/ppt/slideLayouts/slideLayout36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14.xml"/>
  <Override ContentType="application/vnd.openxmlformats-officedocument.presentationml.slideLayout+xml" PartName="/ppt/slideLayouts/slideLayout28.xml"/>
  <Override ContentType="application/vnd.openxmlformats-officedocument.presentationml.slideLayout+xml" PartName="/ppt/slideLayouts/slideLayout27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5.xml"/>
  <Override ContentType="application/vnd.openxmlformats-officedocument.presentationml.slideLayout+xml" PartName="/ppt/slideLayouts/slideLayout23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32.xml"/>
  <Override ContentType="application/vnd.openxmlformats-officedocument.presentationml.slideMaster+xml" PartName="/ppt/slideMasters/slideMaster1.xml"/>
  <Override ContentType="application/binary" PartName="/ppt/metadata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43.xml"/>
  <Override ContentType="application/vnd.openxmlformats-officedocument.presentationml.slide+xml" PartName="/ppt/slides/slide78.xml"/>
  <Override ContentType="application/vnd.openxmlformats-officedocument.presentationml.slide+xml" PartName="/ppt/slides/slide86.xml"/>
  <Override ContentType="application/vnd.openxmlformats-officedocument.presentationml.slide+xml" PartName="/ppt/slides/slide35.xml"/>
  <Override ContentType="application/vnd.openxmlformats-officedocument.presentationml.slide+xml" PartName="/ppt/slides/slide60.xml"/>
  <Override ContentType="application/vnd.openxmlformats-officedocument.presentationml.slide+xml" PartName="/ppt/slides/slide52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5.xml"/>
  <Override ContentType="application/vnd.openxmlformats-officedocument.presentationml.slide+xml" PartName="/ppt/slides/slide69.xml"/>
  <Override ContentType="application/vnd.openxmlformats-officedocument.presentationml.slide+xml" PartName="/ppt/slides/slide85.xml"/>
  <Override ContentType="application/vnd.openxmlformats-officedocument.presentationml.slide+xml" PartName="/ppt/slides/slide17.xml"/>
  <Override ContentType="application/vnd.openxmlformats-officedocument.presentationml.slide+xml" PartName="/ppt/slides/slide42.xml"/>
  <Override ContentType="application/vnd.openxmlformats-officedocument.presentationml.slide+xml" PartName="/ppt/slides/slide25.xml"/>
  <Override ContentType="application/vnd.openxmlformats-officedocument.presentationml.slide+xml" PartName="/ppt/slides/slide50.xml"/>
  <Override ContentType="application/vnd.openxmlformats-officedocument.presentationml.slide+xml" PartName="/ppt/slides/slide77.xml"/>
  <Override ContentType="application/vnd.openxmlformats-officedocument.presentationml.slide+xml" PartName="/ppt/slides/slide34.xml"/>
  <Override ContentType="application/vnd.openxmlformats-officedocument.presentationml.slide+xml" PartName="/ppt/slides/slide33.xml"/>
  <Override ContentType="application/vnd.openxmlformats-officedocument.presentationml.slide+xml" PartName="/ppt/slides/slide51.xml"/>
  <Override ContentType="application/vnd.openxmlformats-officedocument.presentationml.slide+xml" PartName="/ppt/slides/slide16.xml"/>
  <Override ContentType="application/vnd.openxmlformats-officedocument.presentationml.slide+xml" PartName="/ppt/slides/slide6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84.xml"/>
  <Override ContentType="application/vnd.openxmlformats-officedocument.presentationml.slide+xml" PartName="/ppt/slides/slide37.xml"/>
  <Override ContentType="application/vnd.openxmlformats-officedocument.presentationml.slide+xml" PartName="/ppt/slides/slide71.xml"/>
  <Override ContentType="application/vnd.openxmlformats-officedocument.presentationml.slide+xml" PartName="/ppt/slides/slide41.xml"/>
  <Override ContentType="application/vnd.openxmlformats-officedocument.presentationml.slide+xml" PartName="/ppt/slides/slide67.xml"/>
  <Override ContentType="application/vnd.openxmlformats-officedocument.presentationml.slide+xml" PartName="/ppt/slides/slide7.xml"/>
  <Override ContentType="application/vnd.openxmlformats-officedocument.presentationml.slide+xml" PartName="/ppt/slides/slide54.xml"/>
  <Override ContentType="application/vnd.openxmlformats-officedocument.presentationml.slide+xml" PartName="/ppt/slides/slide36.xml"/>
  <Override ContentType="application/vnd.openxmlformats-officedocument.presentationml.slide+xml" PartName="/ppt/slides/slide66.xml"/>
  <Override ContentType="application/vnd.openxmlformats-officedocument.presentationml.slide+xml" PartName="/ppt/slides/slide79.xml"/>
  <Override ContentType="application/vnd.openxmlformats-officedocument.presentationml.slide+xml" PartName="/ppt/slides/slide23.xml"/>
  <Override ContentType="application/vnd.openxmlformats-officedocument.presentationml.slide+xml" PartName="/ppt/slides/slide49.xml"/>
  <Override ContentType="application/vnd.openxmlformats-officedocument.presentationml.slide+xml" PartName="/ppt/slides/slide10.xml"/>
  <Override ContentType="application/vnd.openxmlformats-officedocument.presentationml.slide+xml" PartName="/ppt/slides/slide83.xml"/>
  <Override ContentType="application/vnd.openxmlformats-officedocument.presentationml.slide+xml" PartName="/ppt/slides/slide70.xml"/>
  <Override ContentType="application/vnd.openxmlformats-officedocument.presentationml.slide+xml" PartName="/ppt/slides/slide6.xml"/>
  <Override ContentType="application/vnd.openxmlformats-officedocument.presentationml.slide+xml" PartName="/ppt/slides/slide53.xml"/>
  <Override ContentType="application/vnd.openxmlformats-officedocument.presentationml.slide+xml" PartName="/ppt/slides/slide40.xml"/>
  <Override ContentType="application/vnd.openxmlformats-officedocument.presentationml.slide+xml" PartName="/ppt/slides/slide48.xml"/>
  <Override ContentType="application/vnd.openxmlformats-officedocument.presentationml.slide+xml" PartName="/ppt/slides/slide73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82.xml"/>
  <Override ContentType="application/vnd.openxmlformats-officedocument.presentationml.slide+xml" PartName="/ppt/slides/slide39.xml"/>
  <Override ContentType="application/vnd.openxmlformats-officedocument.presentationml.slide+xml" PartName="/ppt/slides/slide65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6.xml"/>
  <Override ContentType="application/vnd.openxmlformats-officedocument.presentationml.slide+xml" PartName="/ppt/slides/slide12.xml"/>
  <Override ContentType="application/vnd.openxmlformats-officedocument.presentationml.slide+xml" PartName="/ppt/slides/slide47.xml"/>
  <Override ContentType="application/vnd.openxmlformats-officedocument.presentationml.slide+xml" PartName="/ppt/slides/slide72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8.xml"/>
  <Override ContentType="application/vnd.openxmlformats-officedocument.presentationml.slide+xml" PartName="/ppt/slides/slide46.xml"/>
  <Override ContentType="application/vnd.openxmlformats-officedocument.presentationml.slide+xml" PartName="/ppt/slides/slide64.xml"/>
  <Override ContentType="application/vnd.openxmlformats-officedocument.presentationml.slide+xml" PartName="/ppt/slides/slide81.xml"/>
  <Override ContentType="application/vnd.openxmlformats-officedocument.presentationml.slide+xml" PartName="/ppt/slides/slide90.xml"/>
  <Override ContentType="application/vnd.openxmlformats-officedocument.presentationml.slide+xml" PartName="/ppt/slides/slide8.xml"/>
  <Override ContentType="application/vnd.openxmlformats-officedocument.presentationml.slide+xml" PartName="/ppt/slides/slide55.xml"/>
  <Override ContentType="application/vnd.openxmlformats-officedocument.presentationml.slide+xml" PartName="/ppt/slides/slide29.xml"/>
  <Override ContentType="application/vnd.openxmlformats-officedocument.presentationml.slide+xml" PartName="/ppt/slides/slide59.xml"/>
  <Override ContentType="application/vnd.openxmlformats-officedocument.presentationml.slide+xml" PartName="/ppt/slides/slide89.xml"/>
  <Override ContentType="application/vnd.openxmlformats-officedocument.presentationml.slide+xml" PartName="/ppt/slides/slide32.xml"/>
  <Override ContentType="application/vnd.openxmlformats-officedocument.presentationml.slide+xml" PartName="/ppt/slides/slide62.xml"/>
  <Override ContentType="application/vnd.openxmlformats-officedocument.presentationml.slide+xml" PartName="/ppt/slides/slide75.xml"/>
  <Override ContentType="application/vnd.openxmlformats-officedocument.presentationml.slide+xml" PartName="/ppt/slides/slide76.xml"/>
  <Override ContentType="application/vnd.openxmlformats-officedocument.presentationml.slide+xml" PartName="/ppt/slides/slide1.xml"/>
  <Override ContentType="application/vnd.openxmlformats-officedocument.presentationml.slide+xml" PartName="/ppt/slides/slide58.xml"/>
  <Override ContentType="application/vnd.openxmlformats-officedocument.presentationml.slide+xml" PartName="/ppt/slides/slide63.xml"/>
  <Override ContentType="application/vnd.openxmlformats-officedocument.presentationml.slide+xml" PartName="/ppt/slides/slide45.xml"/>
  <Override ContentType="application/vnd.openxmlformats-officedocument.presentationml.slide+xml" PartName="/ppt/slides/slide28.xml"/>
  <Override ContentType="application/vnd.openxmlformats-officedocument.presentationml.slide+xml" PartName="/ppt/slides/slide80.xml"/>
  <Override ContentType="application/vnd.openxmlformats-officedocument.presentationml.slide+xml" PartName="/ppt/slides/slide15.xml"/>
  <Override ContentType="application/vnd.openxmlformats-officedocument.presentationml.slide+xml" PartName="/ppt/slides/slide61.xml"/>
  <Override ContentType="application/vnd.openxmlformats-officedocument.presentationml.slide+xml" PartName="/ppt/slides/slide91.xml"/>
  <Override ContentType="application/vnd.openxmlformats-officedocument.presentationml.slide+xml" PartName="/ppt/slides/slide31.xml"/>
  <Override ContentType="application/vnd.openxmlformats-officedocument.presentationml.slide+xml" PartName="/ppt/slides/slide87.xml"/>
  <Override ContentType="application/vnd.openxmlformats-officedocument.presentationml.slide+xml" PartName="/ppt/slides/slide74.xml"/>
  <Override ContentType="application/vnd.openxmlformats-officedocument.presentationml.slide+xml" PartName="/ppt/slides/slide88.xml"/>
  <Override ContentType="application/vnd.openxmlformats-officedocument.presentationml.slide+xml" PartName="/ppt/slides/slide27.xml"/>
  <Override ContentType="application/vnd.openxmlformats-officedocument.presentationml.slide+xml" PartName="/ppt/slides/slide57.xml"/>
  <Override ContentType="application/vnd.openxmlformats-officedocument.presentationml.slide+xml" PartName="/ppt/slides/slide2.xml"/>
  <Override ContentType="application/vnd.openxmlformats-officedocument.presentationml.slide+xml" PartName="/ppt/slides/slide44.xml"/>
  <Override ContentType="application/vnd.openxmlformats-officedocument.presentationml.slide+xml" PartName="/ppt/slides/slide14.xml"/>
  <Override ContentType="application/vnd.openxmlformats-officedocument.presentationml.slide+xml" PartName="/ppt/slides/slide92.xml"/>
  <Override ContentType="application/vnd.openxmlformats-officedocument.presentationml.notesMaster+xml" PartName="/ppt/notesMasters/notesMaster1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48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  <p:sldId id="281" r:id="rId30"/>
    <p:sldId id="282" r:id="rId31"/>
    <p:sldId id="283" r:id="rId32"/>
    <p:sldId id="284" r:id="rId33"/>
    <p:sldId id="285" r:id="rId34"/>
    <p:sldId id="286" r:id="rId35"/>
    <p:sldId id="287" r:id="rId36"/>
    <p:sldId id="288" r:id="rId37"/>
    <p:sldId id="289" r:id="rId38"/>
    <p:sldId id="290" r:id="rId39"/>
    <p:sldId id="291" r:id="rId40"/>
    <p:sldId id="292" r:id="rId41"/>
    <p:sldId id="293" r:id="rId42"/>
    <p:sldId id="294" r:id="rId43"/>
    <p:sldId id="295" r:id="rId44"/>
    <p:sldId id="296" r:id="rId45"/>
    <p:sldId id="297" r:id="rId46"/>
    <p:sldId id="298" r:id="rId47"/>
    <p:sldId id="299" r:id="rId48"/>
    <p:sldId id="300" r:id="rId49"/>
    <p:sldId id="301" r:id="rId50"/>
    <p:sldId id="302" r:id="rId51"/>
    <p:sldId id="303" r:id="rId52"/>
    <p:sldId id="304" r:id="rId53"/>
    <p:sldId id="305" r:id="rId54"/>
    <p:sldId id="306" r:id="rId55"/>
    <p:sldId id="307" r:id="rId56"/>
    <p:sldId id="308" r:id="rId57"/>
    <p:sldId id="309" r:id="rId58"/>
    <p:sldId id="310" r:id="rId59"/>
    <p:sldId id="311" r:id="rId60"/>
    <p:sldId id="312" r:id="rId61"/>
    <p:sldId id="313" r:id="rId62"/>
    <p:sldId id="314" r:id="rId63"/>
    <p:sldId id="315" r:id="rId64"/>
    <p:sldId id="316" r:id="rId65"/>
    <p:sldId id="317" r:id="rId66"/>
    <p:sldId id="318" r:id="rId67"/>
    <p:sldId id="319" r:id="rId68"/>
    <p:sldId id="320" r:id="rId69"/>
    <p:sldId id="321" r:id="rId70"/>
    <p:sldId id="322" r:id="rId71"/>
    <p:sldId id="323" r:id="rId72"/>
    <p:sldId id="324" r:id="rId73"/>
    <p:sldId id="325" r:id="rId74"/>
    <p:sldId id="326" r:id="rId75"/>
    <p:sldId id="327" r:id="rId76"/>
    <p:sldId id="328" r:id="rId77"/>
    <p:sldId id="329" r:id="rId78"/>
    <p:sldId id="330" r:id="rId79"/>
    <p:sldId id="331" r:id="rId80"/>
    <p:sldId id="332" r:id="rId81"/>
    <p:sldId id="333" r:id="rId82"/>
    <p:sldId id="334" r:id="rId83"/>
    <p:sldId id="335" r:id="rId84"/>
    <p:sldId id="336" r:id="rId85"/>
    <p:sldId id="337" r:id="rId86"/>
    <p:sldId id="338" r:id="rId87"/>
    <p:sldId id="339" r:id="rId88"/>
    <p:sldId id="340" r:id="rId89"/>
    <p:sldId id="341" r:id="rId90"/>
    <p:sldId id="342" r:id="rId91"/>
    <p:sldId id="343" r:id="rId92"/>
    <p:sldId id="344" r:id="rId93"/>
    <p:sldId id="345" r:id="rId94"/>
    <p:sldId id="346" r:id="rId95"/>
    <p:sldId id="347" r:id="rId96"/>
  </p:sldIdLst>
  <p:sldSz cy="6858000" cx="12192000"/>
  <p:notesSz cx="6858000" cy="9144000"/>
  <p:embeddedFontLst>
    <p:embeddedFont>
      <p:font typeface="Montserrat"/>
      <p:regular r:id="rId97"/>
      <p:bold r:id="rId98"/>
      <p:italic r:id="rId99"/>
      <p:boldItalic r:id="rId100"/>
    </p:embeddedFont>
    <p:embeddedFont>
      <p:font typeface="Geologica Medium"/>
      <p:regular r:id="rId101"/>
      <p:bold r:id="rId102"/>
    </p:embeddedFont>
    <p:embeddedFont>
      <p:font typeface="Geologica"/>
      <p:regular r:id="rId103"/>
      <p:bold r:id="rId104"/>
    </p:embeddedFont>
    <p:embeddedFont>
      <p:font typeface="Geologica Light"/>
      <p:regular r:id="rId105"/>
      <p:bold r:id="rId106"/>
    </p:embeddedFont>
    <p:embeddedFont>
      <p:font typeface="Roboto Mono"/>
      <p:regular r:id="rId107"/>
      <p:bold r:id="rId108"/>
      <p:italic r:id="rId109"/>
      <p:boldItalic r:id="rId110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GoogleSlidesCustomDataVersion2">
      <go:slidesCustomData xmlns:go="http://customooxmlschemas.google.com/" r:id="rId111" roundtripDataSignature="AMtx7mg3Z9fwi3hftu+HrLmkpFGK5LBpbA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6.xml"/><Relationship Id="rId42" Type="http://schemas.openxmlformats.org/officeDocument/2006/relationships/slide" Target="slides/slide38.xml"/><Relationship Id="rId41" Type="http://schemas.openxmlformats.org/officeDocument/2006/relationships/slide" Target="slides/slide37.xml"/><Relationship Id="rId44" Type="http://schemas.openxmlformats.org/officeDocument/2006/relationships/slide" Target="slides/slide40.xml"/><Relationship Id="rId43" Type="http://schemas.openxmlformats.org/officeDocument/2006/relationships/slide" Target="slides/slide39.xml"/><Relationship Id="rId46" Type="http://schemas.openxmlformats.org/officeDocument/2006/relationships/slide" Target="slides/slide42.xml"/><Relationship Id="rId45" Type="http://schemas.openxmlformats.org/officeDocument/2006/relationships/slide" Target="slides/slide41.xml"/><Relationship Id="rId107" Type="http://schemas.openxmlformats.org/officeDocument/2006/relationships/font" Target="fonts/RobotoMono-regular.fntdata"/><Relationship Id="rId106" Type="http://schemas.openxmlformats.org/officeDocument/2006/relationships/font" Target="fonts/GeologicaLight-bold.fntdata"/><Relationship Id="rId105" Type="http://schemas.openxmlformats.org/officeDocument/2006/relationships/font" Target="fonts/GeologicaLight-regular.fntdata"/><Relationship Id="rId104" Type="http://schemas.openxmlformats.org/officeDocument/2006/relationships/font" Target="fonts/Geologica-bold.fntdata"/><Relationship Id="rId109" Type="http://schemas.openxmlformats.org/officeDocument/2006/relationships/font" Target="fonts/RobotoMono-italic.fntdata"/><Relationship Id="rId108" Type="http://schemas.openxmlformats.org/officeDocument/2006/relationships/font" Target="fonts/RobotoMono-bold.fntdata"/><Relationship Id="rId48" Type="http://schemas.openxmlformats.org/officeDocument/2006/relationships/slide" Target="slides/slide44.xml"/><Relationship Id="rId47" Type="http://schemas.openxmlformats.org/officeDocument/2006/relationships/slide" Target="slides/slide43.xml"/><Relationship Id="rId49" Type="http://schemas.openxmlformats.org/officeDocument/2006/relationships/slide" Target="slides/slide45.xml"/><Relationship Id="rId103" Type="http://schemas.openxmlformats.org/officeDocument/2006/relationships/font" Target="fonts/Geologica-regular.fntdata"/><Relationship Id="rId102" Type="http://schemas.openxmlformats.org/officeDocument/2006/relationships/font" Target="fonts/GeologicaMedium-bold.fntdata"/><Relationship Id="rId101" Type="http://schemas.openxmlformats.org/officeDocument/2006/relationships/font" Target="fonts/GeologicaMedium-regular.fntdata"/><Relationship Id="rId100" Type="http://schemas.openxmlformats.org/officeDocument/2006/relationships/font" Target="fonts/Montserrat-boldItalic.fntdata"/><Relationship Id="rId31" Type="http://schemas.openxmlformats.org/officeDocument/2006/relationships/slide" Target="slides/slide27.xml"/><Relationship Id="rId30" Type="http://schemas.openxmlformats.org/officeDocument/2006/relationships/slide" Target="slides/slide26.xml"/><Relationship Id="rId33" Type="http://schemas.openxmlformats.org/officeDocument/2006/relationships/slide" Target="slides/slide29.xml"/><Relationship Id="rId32" Type="http://schemas.openxmlformats.org/officeDocument/2006/relationships/slide" Target="slides/slide28.xml"/><Relationship Id="rId35" Type="http://schemas.openxmlformats.org/officeDocument/2006/relationships/slide" Target="slides/slide31.xml"/><Relationship Id="rId34" Type="http://schemas.openxmlformats.org/officeDocument/2006/relationships/slide" Target="slides/slide30.xml"/><Relationship Id="rId37" Type="http://schemas.openxmlformats.org/officeDocument/2006/relationships/slide" Target="slides/slide33.xml"/><Relationship Id="rId36" Type="http://schemas.openxmlformats.org/officeDocument/2006/relationships/slide" Target="slides/slide32.xml"/><Relationship Id="rId39" Type="http://schemas.openxmlformats.org/officeDocument/2006/relationships/slide" Target="slides/slide35.xml"/><Relationship Id="rId38" Type="http://schemas.openxmlformats.org/officeDocument/2006/relationships/slide" Target="slides/slide34.xml"/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29" Type="http://schemas.openxmlformats.org/officeDocument/2006/relationships/slide" Target="slides/slide25.xml"/><Relationship Id="rId95" Type="http://schemas.openxmlformats.org/officeDocument/2006/relationships/slide" Target="slides/slide91.xml"/><Relationship Id="rId94" Type="http://schemas.openxmlformats.org/officeDocument/2006/relationships/slide" Target="slides/slide90.xml"/><Relationship Id="rId97" Type="http://schemas.openxmlformats.org/officeDocument/2006/relationships/font" Target="fonts/Montserrat-regular.fntdata"/><Relationship Id="rId96" Type="http://schemas.openxmlformats.org/officeDocument/2006/relationships/slide" Target="slides/slide92.xml"/><Relationship Id="rId11" Type="http://schemas.openxmlformats.org/officeDocument/2006/relationships/slide" Target="slides/slide7.xml"/><Relationship Id="rId99" Type="http://schemas.openxmlformats.org/officeDocument/2006/relationships/font" Target="fonts/Montserrat-italic.fntdata"/><Relationship Id="rId10" Type="http://schemas.openxmlformats.org/officeDocument/2006/relationships/slide" Target="slides/slide6.xml"/><Relationship Id="rId98" Type="http://schemas.openxmlformats.org/officeDocument/2006/relationships/font" Target="fonts/Montserrat-bold.fntdata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91" Type="http://schemas.openxmlformats.org/officeDocument/2006/relationships/slide" Target="slides/slide87.xml"/><Relationship Id="rId90" Type="http://schemas.openxmlformats.org/officeDocument/2006/relationships/slide" Target="slides/slide86.xml"/><Relationship Id="rId93" Type="http://schemas.openxmlformats.org/officeDocument/2006/relationships/slide" Target="slides/slide89.xml"/><Relationship Id="rId92" Type="http://schemas.openxmlformats.org/officeDocument/2006/relationships/slide" Target="slides/slide88.xml"/><Relationship Id="rId15" Type="http://schemas.openxmlformats.org/officeDocument/2006/relationships/slide" Target="slides/slide11.xml"/><Relationship Id="rId110" Type="http://schemas.openxmlformats.org/officeDocument/2006/relationships/font" Target="fonts/RobotoMono-boldItalic.fntdata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Relationship Id="rId111" Type="http://customschemas.google.com/relationships/presentationmetadata" Target="metadata"/><Relationship Id="rId84" Type="http://schemas.openxmlformats.org/officeDocument/2006/relationships/slide" Target="slides/slide80.xml"/><Relationship Id="rId83" Type="http://schemas.openxmlformats.org/officeDocument/2006/relationships/slide" Target="slides/slide79.xml"/><Relationship Id="rId86" Type="http://schemas.openxmlformats.org/officeDocument/2006/relationships/slide" Target="slides/slide82.xml"/><Relationship Id="rId85" Type="http://schemas.openxmlformats.org/officeDocument/2006/relationships/slide" Target="slides/slide81.xml"/><Relationship Id="rId88" Type="http://schemas.openxmlformats.org/officeDocument/2006/relationships/slide" Target="slides/slide84.xml"/><Relationship Id="rId87" Type="http://schemas.openxmlformats.org/officeDocument/2006/relationships/slide" Target="slides/slide83.xml"/><Relationship Id="rId89" Type="http://schemas.openxmlformats.org/officeDocument/2006/relationships/slide" Target="slides/slide85.xml"/><Relationship Id="rId80" Type="http://schemas.openxmlformats.org/officeDocument/2006/relationships/slide" Target="slides/slide76.xml"/><Relationship Id="rId82" Type="http://schemas.openxmlformats.org/officeDocument/2006/relationships/slide" Target="slides/slide78.xml"/><Relationship Id="rId81" Type="http://schemas.openxmlformats.org/officeDocument/2006/relationships/slide" Target="slides/slide7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73" Type="http://schemas.openxmlformats.org/officeDocument/2006/relationships/slide" Target="slides/slide69.xml"/><Relationship Id="rId72" Type="http://schemas.openxmlformats.org/officeDocument/2006/relationships/slide" Target="slides/slide68.xml"/><Relationship Id="rId75" Type="http://schemas.openxmlformats.org/officeDocument/2006/relationships/slide" Target="slides/slide71.xml"/><Relationship Id="rId74" Type="http://schemas.openxmlformats.org/officeDocument/2006/relationships/slide" Target="slides/slide70.xml"/><Relationship Id="rId77" Type="http://schemas.openxmlformats.org/officeDocument/2006/relationships/slide" Target="slides/slide73.xml"/><Relationship Id="rId76" Type="http://schemas.openxmlformats.org/officeDocument/2006/relationships/slide" Target="slides/slide72.xml"/><Relationship Id="rId79" Type="http://schemas.openxmlformats.org/officeDocument/2006/relationships/slide" Target="slides/slide75.xml"/><Relationship Id="rId78" Type="http://schemas.openxmlformats.org/officeDocument/2006/relationships/slide" Target="slides/slide74.xml"/><Relationship Id="rId71" Type="http://schemas.openxmlformats.org/officeDocument/2006/relationships/slide" Target="slides/slide67.xml"/><Relationship Id="rId70" Type="http://schemas.openxmlformats.org/officeDocument/2006/relationships/slide" Target="slides/slide66.xml"/><Relationship Id="rId62" Type="http://schemas.openxmlformats.org/officeDocument/2006/relationships/slide" Target="slides/slide58.xml"/><Relationship Id="rId61" Type="http://schemas.openxmlformats.org/officeDocument/2006/relationships/slide" Target="slides/slide57.xml"/><Relationship Id="rId64" Type="http://schemas.openxmlformats.org/officeDocument/2006/relationships/slide" Target="slides/slide60.xml"/><Relationship Id="rId63" Type="http://schemas.openxmlformats.org/officeDocument/2006/relationships/slide" Target="slides/slide59.xml"/><Relationship Id="rId66" Type="http://schemas.openxmlformats.org/officeDocument/2006/relationships/slide" Target="slides/slide62.xml"/><Relationship Id="rId65" Type="http://schemas.openxmlformats.org/officeDocument/2006/relationships/slide" Target="slides/slide61.xml"/><Relationship Id="rId68" Type="http://schemas.openxmlformats.org/officeDocument/2006/relationships/slide" Target="slides/slide64.xml"/><Relationship Id="rId67" Type="http://schemas.openxmlformats.org/officeDocument/2006/relationships/slide" Target="slides/slide63.xml"/><Relationship Id="rId60" Type="http://schemas.openxmlformats.org/officeDocument/2006/relationships/slide" Target="slides/slide56.xml"/><Relationship Id="rId69" Type="http://schemas.openxmlformats.org/officeDocument/2006/relationships/slide" Target="slides/slide65.xml"/><Relationship Id="rId51" Type="http://schemas.openxmlformats.org/officeDocument/2006/relationships/slide" Target="slides/slide47.xml"/><Relationship Id="rId50" Type="http://schemas.openxmlformats.org/officeDocument/2006/relationships/slide" Target="slides/slide46.xml"/><Relationship Id="rId53" Type="http://schemas.openxmlformats.org/officeDocument/2006/relationships/slide" Target="slides/slide49.xml"/><Relationship Id="rId52" Type="http://schemas.openxmlformats.org/officeDocument/2006/relationships/slide" Target="slides/slide48.xml"/><Relationship Id="rId55" Type="http://schemas.openxmlformats.org/officeDocument/2006/relationships/slide" Target="slides/slide51.xml"/><Relationship Id="rId54" Type="http://schemas.openxmlformats.org/officeDocument/2006/relationships/slide" Target="slides/slide50.xml"/><Relationship Id="rId57" Type="http://schemas.openxmlformats.org/officeDocument/2006/relationships/slide" Target="slides/slide53.xml"/><Relationship Id="rId56" Type="http://schemas.openxmlformats.org/officeDocument/2006/relationships/slide" Target="slides/slide52.xml"/><Relationship Id="rId59" Type="http://schemas.openxmlformats.org/officeDocument/2006/relationships/slide" Target="slides/slide55.xml"/><Relationship Id="rId58" Type="http://schemas.openxmlformats.org/officeDocument/2006/relationships/slide" Target="slides/slide5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b="0" i="0" lang="ru-RU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6" name="Shape 2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7" name="Google Shape;287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88" name="Google Shape;288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289" name="Google Shape;289;p1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ru-RU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ru-RU"/>
              <a:t>Просто разбудим всех, подискутировать.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ru-RU"/>
              <a:t>Может, нормальный, а может, плохой: что именно пошло не так? Как отличить нормальную ситуацию от ненормально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ru-RU"/>
              <a:t>Проблемы: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ru-RU"/>
              <a:t>Перехватываются все исключения, даже неожиданные, без обработки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ru-RU"/>
              <a:t>Возврат 0 может скрыть ошибку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ru-RU"/>
              <a:t>Надо обрабатывать конкретные типы ошибок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ru-RU"/>
              <a:t>Этот код - пример “молчаливого провала”. Мы не логируем </a:t>
            </a:r>
            <a:r>
              <a:rPr lang="ru-RU"/>
              <a:t>исключение</a:t>
            </a:r>
            <a:endParaRPr sz="1100"/>
          </a:p>
        </p:txBody>
      </p:sp>
      <p:sp>
        <p:nvSpPr>
          <p:cNvPr id="298" name="Google Shape;298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g3120ba7d59a_0_20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ru-RU"/>
              <a:t>Логируй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ru-RU"/>
              <a:t>Прокидывай их далее по цепочке вызовов</a:t>
            </a:r>
            <a:endParaRPr/>
          </a:p>
        </p:txBody>
      </p:sp>
      <p:sp>
        <p:nvSpPr>
          <p:cNvPr id="305" name="Google Shape;305;g3120ba7d59a_0_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g3120ba7d59a_0_5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ru-RU"/>
              <a:t>Как первая стратегия работы с ними, дальше - уточним</a:t>
            </a:r>
            <a:endParaRPr/>
          </a:p>
        </p:txBody>
      </p:sp>
      <p:sp>
        <p:nvSpPr>
          <p:cNvPr id="311" name="Google Shape;311;g3120ba7d59a_0_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g312cb20dbda_1_18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ru-RU"/>
              <a:t>Варианты исправления: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ru-RU"/>
              <a:t>-Завести локальные переменные и сначала записать все в них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ru-RU"/>
              <a:t>-Откатываться в catch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ru-RU"/>
              <a:t>-Заменить Add на идемпотентную операцию (на скобочки или AddOrUpdate)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ru-RU"/>
              <a:t>-Одна структура данных для всего, а не раздельные кэши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ru-RU"/>
              <a:t>В веб-приложениях про консистентность нужно думать только в кэшах и других долгоживущих объектах (в десктопах – в больших моделях данных)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ru-RU"/>
              <a:t>То, что наконфигуровано как Singleton или Lifetime –объекты в DI контейнере (вы про них уже должны знать) – попадает под эти риски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321" name="Google Shape;321;g312cb20dbda_1_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6" name="Shape 3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7" name="Google Shape;327;g3120ba7d59a_0_60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ru-RU"/>
              <a:t>Варианты исправления: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ru-RU"/>
              <a:t>-Завести локальные переменные и сначала записать все в них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ru-RU"/>
              <a:t>-Откатываться в catch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ru-RU"/>
              <a:t>-Заменить Add на идемпотентную операцию (на скобочки или AddOrUpdate)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ru-RU"/>
              <a:t>-Одна структура данных для всего, а не раздельные кэши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ru-RU"/>
              <a:t>В веб-приложениях про консистентность нужно думать только в кэшах и других долгоживущих объектах (в десктопах – в больших моделях данных)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ru-RU"/>
              <a:t>То, что наконфигуровано как Singleton или Lifetime –объекты в DI контейнере (вы про них уже должны знать) – попадает под эти риски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328" name="Google Shape;328;g3120ba7d59a_0_6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4" name="Shape 3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5" name="Google Shape;335;g3120ba7d59a_0_68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ru-RU"/>
              <a:t>Самое распространенное исключение – NRE, поэтому обратим на него особое внимание.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ru-RU"/>
              <a:t>Maybe – в следующем блоке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ru-RU"/>
              <a:t>Именование – если Get – он не должен вернуть нал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ru-RU"/>
              <a:t>В последних версиях языка есть nullable нотация. Однако тоже ее пихать везде - не очень хорошо, если можно этого избежать</a:t>
            </a:r>
            <a:endParaRPr/>
          </a:p>
        </p:txBody>
      </p:sp>
      <p:sp>
        <p:nvSpPr>
          <p:cNvPr id="336" name="Google Shape;336;g3120ba7d59a_0_6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45" name="Shape 3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6" name="Google Shape;346;g3120ba7d59a_0_82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ru-RU"/>
              <a:t>Никогда не возвращай null! Но если очень хочется – давайте явно отражать это в названии метода.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ru-RU"/>
              <a:t>Давайте придумаем, как называть методы, чтобы понимать, ошибка это или нет.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ru-RU"/>
              <a:t>Правильные параметры помогают  предусмотреть такие исключения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347" name="Google Shape;347;g3120ba7d59a_0_8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61" name="Shape 3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2" name="Google Shape;362;g3120ba7d59a_0_96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ru-RU">
                <a:latin typeface="Arial"/>
                <a:ea typeface="Arial"/>
                <a:cs typeface="Arial"/>
                <a:sym typeface="Arial"/>
              </a:rPr>
              <a:t>Исключения предназначены только для действительно исключительных ситуаций, а не для управления логикой программы</a:t>
            </a:r>
            <a:endParaRPr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ru-RU">
                <a:latin typeface="Arial"/>
                <a:ea typeface="Arial"/>
                <a:cs typeface="Arial"/>
                <a:sym typeface="Arial"/>
              </a:rPr>
              <a:t>Не стоит использовать </a:t>
            </a:r>
            <a:r>
              <a:rPr lang="ru-RU">
                <a:latin typeface="Roboto Mono"/>
                <a:ea typeface="Roboto Mono"/>
                <a:cs typeface="Roboto Mono"/>
                <a:sym typeface="Roboto Mono"/>
              </a:rPr>
              <a:t>try/catch</a:t>
            </a:r>
            <a:r>
              <a:rPr lang="ru-RU">
                <a:latin typeface="Arial"/>
                <a:ea typeface="Arial"/>
                <a:cs typeface="Arial"/>
                <a:sym typeface="Arial"/>
              </a:rPr>
              <a:t> для обычных сценариев</a:t>
            </a:r>
            <a:endParaRPr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ru-RU">
                <a:latin typeface="Arial"/>
                <a:ea typeface="Arial"/>
                <a:cs typeface="Arial"/>
                <a:sym typeface="Arial"/>
              </a:rPr>
              <a:t>Лучше предотвращать ошибку, чем ловить её</a:t>
            </a:r>
            <a:endParaRPr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ru-RU">
                <a:latin typeface="Arial"/>
                <a:ea typeface="Arial"/>
                <a:cs typeface="Arial"/>
                <a:sym typeface="Arial"/>
              </a:rPr>
              <a:t>Частое использование исключений снижает производительность и ухудшает читаемость кода</a:t>
            </a:r>
            <a:endParaRPr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63" name="Google Shape;363;g3120ba7d59a_0_9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67" name="Shape 3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8" name="Google Shape;368;g3120ba7d59a_0_101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ru-RU"/>
              <a:t>Интерактив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ru-RU"/>
              <a:t>Бывает, бизнес-логика или реальный мир предполагает исключения, тогда быстро перехватываем и обрабатываем их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ru-RU"/>
              <a:t>Пример кода с конкретизированными исключениями?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ru-RU"/>
              <a:t>FileNotFoundException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ru-RU"/>
              <a:t>JsonException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ru-RU"/>
              <a:t>IOException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ru-RU"/>
              <a:t>Особые виды исключений, которые разработчику захочется обрабатывать общим образом?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ru-RU"/>
              <a:t>TimeoutException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ru-RU"/>
              <a:t>HttpRequestException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ru-RU"/>
              <a:t>OperationCanceledException</a:t>
            </a:r>
            <a:endParaRPr/>
          </a:p>
        </p:txBody>
      </p:sp>
      <p:sp>
        <p:nvSpPr>
          <p:cNvPr id="369" name="Google Shape;369;g3120ba7d59a_0_10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79" name="Shape 3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0" name="Google Shape;380;g3120ba7d59a_0_130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ru-RU"/>
              <a:t>Х300 – медленнее в 300 раз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ru-RU"/>
              <a:t>То есть, если ситуация частая – это очень дорого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ru-RU"/>
              <a:t>Потому что прерывание скомпилированного кода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ru-RU"/>
              <a:t>Потому что нужно генерировать килобайтный стек-трейс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381" name="Google Shape;381;g3120ba7d59a_0_1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88" name="Shape 3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9" name="Google Shape;389;g3120ba7d59a_0_162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ru-RU">
                <a:latin typeface="Arial"/>
                <a:ea typeface="Arial"/>
                <a:cs typeface="Arial"/>
                <a:sym typeface="Arial"/>
              </a:rPr>
              <a:t>Представим, что в … куча кода, тогда какая тут проблема? </a:t>
            </a:r>
            <a:endParaRPr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ru-RU">
                <a:latin typeface="Arial"/>
                <a:ea typeface="Arial"/>
                <a:cs typeface="Arial"/>
                <a:sym typeface="Arial"/>
              </a:rPr>
              <a:t>Это будет нечестный FormatException, т.к. могло случиться все что угодно.</a:t>
            </a:r>
            <a:endParaRPr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ru-RU">
                <a:latin typeface="Arial"/>
                <a:ea typeface="Arial"/>
                <a:cs typeface="Arial"/>
                <a:sym typeface="Arial"/>
              </a:rPr>
              <a:t>Вы написали специфичный обработчик, а реагируете на все подряд, поэтому надо точечно</a:t>
            </a:r>
            <a:endParaRPr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ru-RU">
                <a:latin typeface="Arial"/>
                <a:ea typeface="Arial"/>
                <a:cs typeface="Arial"/>
                <a:sym typeface="Arial"/>
              </a:rPr>
              <a:t>Такая реализация маскирует реальные причины сбоев, затрудняя отладку</a:t>
            </a:r>
            <a:endParaRPr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ru-RU">
                <a:latin typeface="Arial"/>
                <a:ea typeface="Arial"/>
                <a:cs typeface="Arial"/>
                <a:sym typeface="Arial"/>
              </a:rPr>
              <a:t>Оставить большой try-catch и показать процесс конкретизации</a:t>
            </a:r>
            <a:endParaRPr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0" name="Google Shape;390;g3120ba7d59a_0_16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95" name="Shape 3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6" name="Google Shape;396;g3120ba7d59a_0_173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397" name="Google Shape;397;g3120ba7d59a_0_17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01" name="Shape 4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2" name="Google Shape;402;g3120ba7d59a_0_179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ru-RU"/>
              <a:t>Единственное исключение для правила «если не знаешь, что делать с исключением – кидай дальше» - глобальный обработчик.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ru-RU"/>
              <a:t>Это для логов, для безопасности, для расследования, решить проблему пользователя (показать телефон техподдержки)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ru-RU"/>
              <a:t>Для MVC – BaseController c OnError action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ru-RU"/>
              <a:t>Для ASP.NET - AppDomain.CurrentDomain.UnhandledException 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ru-RU"/>
              <a:t>Event Logs!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403" name="Google Shape;403;g3120ba7d59a_0_17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08" name="Shape 4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" name="Google Shape;409;g3120ba7d59a_0_187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ru-RU"/>
              <a:t>Каждый поток или таск – свой обработчик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410" name="Google Shape;410;g3120ba7d59a_0_18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15" name="Shape 4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6" name="Google Shape;416;g3120ba7d59a_0_194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ru-RU"/>
              <a:t>Самый простой способ – сделать соответствующий примитив, чтобы не повторяться</a:t>
            </a:r>
            <a:endParaRPr/>
          </a:p>
        </p:txBody>
      </p:sp>
      <p:sp>
        <p:nvSpPr>
          <p:cNvPr id="417" name="Google Shape;417;g3120ba7d59a_0_19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22" name="Shape 4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3" name="Google Shape;423;g3120ba7d59a_0_201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424" name="Google Shape;424;g3120ba7d59a_0_20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29" name="Shape 4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0" name="Google Shape;430;g3120ba7d59a_0_208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431" name="Google Shape;431;g3120ba7d59a_0_20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36" name="Shape 4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7" name="Google Shape;437;g3120ba7d59a_0_215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ru-RU"/>
              <a:t>UnhandledException - очень полезное событие, позволяет залогировать необработанные исключения приводящие к краху процесса (пример - из других потоков (если у них нет глобального обработчика, например запущены каким-то левым кодом))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ru-RU"/>
              <a:t>Если приложение упало, а логи не записались – можно поискать стектрейс в логах винды и линукса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438" name="Google Shape;438;g3120ba7d59a_0_2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47" name="Shape 4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8" name="Google Shape;448;g3120ba7d59a_0_227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449" name="Google Shape;449;g3120ba7d59a_0_2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53" name="Shape 4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4" name="Google Shape;454;g3120ba7d59a_0_238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455" name="Google Shape;455;g3120ba7d59a_0_2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59" name="Shape 4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0" name="Google Shape;460;g3120ba7d59a_0_244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461" name="Google Shape;461;g3120ba7d59a_0_24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70" name="Shape 4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1" name="Google Shape;471;g3120ba7d59a_0_255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ru-RU"/>
              <a:t>Создавать потоки самим – неудобно, ещё это дорогая операция из-за вызовов API ОС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ru-RU">
                <a:latin typeface="Roboto Mono"/>
                <a:ea typeface="Roboto Mono"/>
                <a:cs typeface="Roboto Mono"/>
                <a:sym typeface="Roboto Mono"/>
              </a:rPr>
              <a:t>Thread</a:t>
            </a:r>
            <a:r>
              <a:rPr lang="ru-RU">
                <a:latin typeface="Arial"/>
                <a:ea typeface="Arial"/>
                <a:cs typeface="Arial"/>
                <a:sym typeface="Arial"/>
              </a:rPr>
              <a:t> создаёт новый системный поток - это дорого и требует ручного управления (старт, завершение, ошибки).</a:t>
            </a:r>
            <a:endParaRPr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ru-RU">
                <a:latin typeface="Roboto Mono"/>
                <a:ea typeface="Roboto Mono"/>
                <a:cs typeface="Roboto Mono"/>
                <a:sym typeface="Roboto Mono"/>
              </a:rPr>
              <a:t>Task</a:t>
            </a:r>
            <a:r>
              <a:rPr lang="ru-RU">
                <a:latin typeface="Arial"/>
                <a:ea typeface="Arial"/>
                <a:cs typeface="Arial"/>
                <a:sym typeface="Arial"/>
              </a:rPr>
              <a:t> проще и эффективнее: он использует потоки из пула (ThreadPool), не создавая каждый раз новый.</a:t>
            </a:r>
            <a:endParaRPr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ru-RU">
                <a:latin typeface="Roboto Mono"/>
                <a:ea typeface="Roboto Mono"/>
                <a:cs typeface="Roboto Mono"/>
                <a:sym typeface="Roboto Mono"/>
              </a:rPr>
              <a:t>Task.Run()</a:t>
            </a:r>
            <a:r>
              <a:rPr lang="ru-RU">
                <a:latin typeface="Arial"/>
                <a:ea typeface="Arial"/>
                <a:cs typeface="Arial"/>
                <a:sym typeface="Arial"/>
              </a:rPr>
              <a:t> - предпочтительный способ запускать фоновые операции.</a:t>
            </a:r>
            <a:endParaRPr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ru-RU">
                <a:latin typeface="Roboto Mono"/>
                <a:ea typeface="Roboto Mono"/>
                <a:cs typeface="Roboto Mono"/>
                <a:sym typeface="Roboto Mono"/>
              </a:rPr>
              <a:t>Task&lt;T&gt;</a:t>
            </a:r>
            <a:r>
              <a:rPr lang="ru-RU">
                <a:latin typeface="Arial"/>
                <a:ea typeface="Arial"/>
                <a:cs typeface="Arial"/>
                <a:sym typeface="Arial"/>
              </a:rPr>
              <a:t> может возвращать результат, в отличие от </a:t>
            </a:r>
            <a:r>
              <a:rPr lang="ru-RU">
                <a:latin typeface="Roboto Mono"/>
                <a:ea typeface="Roboto Mono"/>
                <a:cs typeface="Roboto Mono"/>
                <a:sym typeface="Roboto Mono"/>
              </a:rPr>
              <a:t>Thread</a:t>
            </a:r>
            <a:r>
              <a:rPr lang="ru-RU">
                <a:latin typeface="Arial"/>
                <a:ea typeface="Arial"/>
                <a:cs typeface="Arial"/>
                <a:sym typeface="Arial"/>
              </a:rPr>
              <a:t>.</a:t>
            </a:r>
            <a:endParaRPr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ru-RU">
                <a:latin typeface="Arial"/>
                <a:ea typeface="Arial"/>
                <a:cs typeface="Arial"/>
                <a:sym typeface="Arial"/>
              </a:rPr>
              <a:t>Не каждый </a:t>
            </a:r>
            <a:r>
              <a:rPr lang="ru-RU">
                <a:latin typeface="Roboto Mono"/>
                <a:ea typeface="Roboto Mono"/>
                <a:cs typeface="Roboto Mono"/>
                <a:sym typeface="Roboto Mono"/>
              </a:rPr>
              <a:t>Task</a:t>
            </a:r>
            <a:r>
              <a:rPr lang="ru-RU">
                <a:latin typeface="Arial"/>
                <a:ea typeface="Arial"/>
                <a:cs typeface="Arial"/>
                <a:sym typeface="Arial"/>
              </a:rPr>
              <a:t> - новый поток: среда сама решает, на каком потоке выполнить задачу.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472" name="Google Shape;472;g3120ba7d59a_0_25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78" name="Shape 4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9" name="Google Shape;479;g3120ba7d59a_0_275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ru-RU">
                <a:latin typeface="Arial"/>
                <a:ea typeface="Arial"/>
                <a:cs typeface="Arial"/>
                <a:sym typeface="Arial"/>
              </a:rPr>
              <a:t>Если запустить задачу через </a:t>
            </a:r>
            <a:r>
              <a:rPr lang="ru-RU">
                <a:latin typeface="Roboto Mono"/>
                <a:ea typeface="Roboto Mono"/>
                <a:cs typeface="Roboto Mono"/>
                <a:sym typeface="Roboto Mono"/>
              </a:rPr>
              <a:t>Task.Run()</a:t>
            </a:r>
            <a:r>
              <a:rPr lang="ru-RU">
                <a:latin typeface="Arial"/>
                <a:ea typeface="Arial"/>
                <a:cs typeface="Arial"/>
                <a:sym typeface="Arial"/>
              </a:rPr>
              <a:t> внутри </a:t>
            </a:r>
            <a:r>
              <a:rPr lang="ru-RU">
                <a:latin typeface="Roboto Mono"/>
                <a:ea typeface="Roboto Mono"/>
                <a:cs typeface="Roboto Mono"/>
                <a:sym typeface="Roboto Mono"/>
              </a:rPr>
              <a:t>try/catch</a:t>
            </a:r>
            <a:r>
              <a:rPr lang="ru-RU">
                <a:latin typeface="Arial"/>
                <a:ea typeface="Arial"/>
                <a:cs typeface="Arial"/>
                <a:sym typeface="Arial"/>
              </a:rPr>
              <a:t>, исключения из неё не будут пойманы — </a:t>
            </a:r>
            <a:r>
              <a:rPr lang="ru-RU">
                <a:latin typeface="Roboto Mono"/>
                <a:ea typeface="Roboto Mono"/>
                <a:cs typeface="Roboto Mono"/>
                <a:sym typeface="Roboto Mono"/>
              </a:rPr>
              <a:t>try</a:t>
            </a:r>
            <a:r>
              <a:rPr lang="ru-RU">
                <a:latin typeface="Arial"/>
                <a:ea typeface="Arial"/>
                <a:cs typeface="Arial"/>
                <a:sym typeface="Arial"/>
              </a:rPr>
              <a:t> завершится раньше, чем задача.</a:t>
            </a:r>
            <a:endParaRPr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ru-RU">
                <a:latin typeface="Arial"/>
                <a:ea typeface="Arial"/>
                <a:cs typeface="Arial"/>
                <a:sym typeface="Arial"/>
              </a:rPr>
              <a:t>Асинхронная операция выполняется в другом контексте, и ошибки нужно обрабатывать внутри таска или через продолжение (</a:t>
            </a:r>
            <a:r>
              <a:rPr lang="ru-RU">
                <a:latin typeface="Roboto Mono"/>
                <a:ea typeface="Roboto Mono"/>
                <a:cs typeface="Roboto Mono"/>
                <a:sym typeface="Roboto Mono"/>
              </a:rPr>
              <a:t>ContinueWith</a:t>
            </a:r>
            <a:r>
              <a:rPr lang="ru-RU">
                <a:latin typeface="Arial"/>
                <a:ea typeface="Arial"/>
                <a:cs typeface="Arial"/>
                <a:sym typeface="Arial"/>
              </a:rPr>
              <a:t>).</a:t>
            </a:r>
            <a:endParaRPr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ru-RU">
                <a:latin typeface="Arial"/>
                <a:ea typeface="Arial"/>
                <a:cs typeface="Arial"/>
                <a:sym typeface="Arial"/>
              </a:rPr>
              <a:t>В </a:t>
            </a:r>
            <a:r>
              <a:rPr lang="ru-RU">
                <a:latin typeface="Roboto Mono"/>
                <a:ea typeface="Roboto Mono"/>
                <a:cs typeface="Roboto Mono"/>
                <a:sym typeface="Roboto Mono"/>
              </a:rPr>
              <a:t>Task</a:t>
            </a:r>
            <a:r>
              <a:rPr lang="ru-RU">
                <a:latin typeface="Arial"/>
                <a:ea typeface="Arial"/>
                <a:cs typeface="Arial"/>
                <a:sym typeface="Arial"/>
              </a:rPr>
              <a:t> исключения сохраняются в свойстве </a:t>
            </a:r>
            <a:r>
              <a:rPr lang="ru-RU">
                <a:latin typeface="Roboto Mono"/>
                <a:ea typeface="Roboto Mono"/>
                <a:cs typeface="Roboto Mono"/>
                <a:sym typeface="Roboto Mono"/>
              </a:rPr>
              <a:t>task.Exception</a:t>
            </a:r>
            <a:r>
              <a:rPr lang="ru-RU">
                <a:latin typeface="Arial"/>
                <a:ea typeface="Arial"/>
                <a:cs typeface="Arial"/>
                <a:sym typeface="Arial"/>
              </a:rPr>
              <a:t> в виде </a:t>
            </a:r>
            <a:r>
              <a:rPr lang="ru-RU">
                <a:latin typeface="Roboto Mono"/>
                <a:ea typeface="Roboto Mono"/>
                <a:cs typeface="Roboto Mono"/>
                <a:sym typeface="Roboto Mono"/>
              </a:rPr>
              <a:t>AggregateException</a:t>
            </a:r>
            <a:r>
              <a:rPr lang="ru-RU">
                <a:latin typeface="Arial"/>
                <a:ea typeface="Arial"/>
                <a:cs typeface="Arial"/>
                <a:sym typeface="Arial"/>
              </a:rPr>
              <a:t> (может содержать несколько ошибок).</a:t>
            </a:r>
            <a:endParaRPr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ru-RU">
                <a:latin typeface="Arial"/>
                <a:ea typeface="Arial"/>
                <a:cs typeface="Arial"/>
                <a:sym typeface="Arial"/>
              </a:rPr>
              <a:t>В примере с </a:t>
            </a:r>
            <a:r>
              <a:rPr lang="ru-RU">
                <a:latin typeface="Roboto Mono"/>
                <a:ea typeface="Roboto Mono"/>
                <a:cs typeface="Roboto Mono"/>
                <a:sym typeface="Roboto Mono"/>
              </a:rPr>
              <a:t>ContinueWith</a:t>
            </a:r>
            <a:r>
              <a:rPr lang="ru-RU">
                <a:latin typeface="Arial"/>
                <a:ea typeface="Arial"/>
                <a:cs typeface="Arial"/>
                <a:sym typeface="Arial"/>
              </a:rPr>
              <a:t> можно централизованно обработать исключения:</a:t>
            </a:r>
            <a:endParaRPr/>
          </a:p>
        </p:txBody>
      </p:sp>
      <p:sp>
        <p:nvSpPr>
          <p:cNvPr id="480" name="Google Shape;480;g3120ba7d59a_0_27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86" name="Shape 4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7" name="Google Shape;487;g3120ba7d59a_0_300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ru-RU">
                <a:latin typeface="Arial"/>
                <a:ea typeface="Arial"/>
                <a:cs typeface="Arial"/>
                <a:sym typeface="Arial"/>
              </a:rPr>
              <a:t>TypeInitializationException — ошибка при инициализации типа; может сигнализировать о серьёзной проблеме в статическом конструкторе.</a:t>
            </a:r>
            <a:endParaRPr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ru-RU">
                <a:latin typeface="Arial"/>
                <a:ea typeface="Arial"/>
                <a:cs typeface="Arial"/>
                <a:sym typeface="Arial"/>
              </a:rPr>
              <a:t>StackOverflowException — переполнение стека; обычно приводит к аварийному завершению приложения.</a:t>
            </a:r>
            <a:endParaRPr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ru-RU">
                <a:latin typeface="Arial"/>
                <a:ea typeface="Arial"/>
                <a:cs typeface="Arial"/>
                <a:sym typeface="Arial"/>
              </a:rPr>
              <a:t>AccessViolationException — нарушение доступа к памяти; небезопасно пытаться ловить.</a:t>
            </a:r>
            <a:endParaRPr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ru-RU">
                <a:latin typeface="Arial"/>
                <a:ea typeface="Arial"/>
                <a:cs typeface="Arial"/>
                <a:sym typeface="Arial"/>
              </a:rPr>
              <a:t>OutOfMemoryException — нехватка памяти; приложение часто уже не может корректно работать.</a:t>
            </a:r>
            <a:endParaRPr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ru-RU">
                <a:latin typeface="Arial"/>
                <a:ea typeface="Arial"/>
                <a:cs typeface="Arial"/>
                <a:sym typeface="Arial"/>
              </a:rPr>
              <a:t>ThreadAbortException — поток прерывается извне; обычно система сама управляет поведением.</a:t>
            </a:r>
            <a:endParaRPr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br>
              <a:rPr lang="ru-RU">
                <a:latin typeface="Arial"/>
                <a:ea typeface="Arial"/>
                <a:cs typeface="Arial"/>
                <a:sym typeface="Arial"/>
              </a:rPr>
            </a:br>
            <a:r>
              <a:rPr lang="ru-RU">
                <a:latin typeface="Arial"/>
                <a:ea typeface="Arial"/>
                <a:cs typeface="Arial"/>
                <a:sym typeface="Arial"/>
              </a:rPr>
              <a:t>Не пытайся “спасти” приложение от таких исключений, лучше дать им завершить работу и логировать.</a:t>
            </a:r>
            <a:br>
              <a:rPr lang="ru-RU">
                <a:latin typeface="Arial"/>
                <a:ea typeface="Arial"/>
                <a:cs typeface="Arial"/>
                <a:sym typeface="Arial"/>
              </a:rPr>
            </a:br>
            <a:r>
              <a:rPr lang="ru-RU">
                <a:latin typeface="Arial"/>
                <a:ea typeface="Arial"/>
                <a:cs typeface="Arial"/>
                <a:sym typeface="Arial"/>
              </a:rPr>
              <a:t>Обрабатывать можно только для логирования или очистки ресурсов, но не для продолжения работы.</a:t>
            </a:r>
            <a:endParaRPr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8" name="Google Shape;488;g3120ba7d59a_0_30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2" name="Shape 5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3" name="Google Shape;503;g3120ba7d59a_0_328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ru-RU">
                <a:latin typeface="Arial"/>
                <a:ea typeface="Arial"/>
                <a:cs typeface="Arial"/>
                <a:sym typeface="Arial"/>
              </a:rPr>
              <a:t>Какие ошибки и в каком порядке мы увидим?</a:t>
            </a:r>
            <a:endParaRPr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ru-RU">
                <a:latin typeface="Arial"/>
                <a:ea typeface="Arial"/>
                <a:cs typeface="Arial"/>
                <a:sym typeface="Arial"/>
              </a:rPr>
              <a:t>начинается выполнение Main().</a:t>
            </a:r>
            <a:endParaRPr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ru-RU">
                <a:latin typeface="Arial"/>
                <a:ea typeface="Arial"/>
                <a:cs typeface="Arial"/>
                <a:sym typeface="Arial"/>
              </a:rPr>
              <a:t>Первая строка в Main() выводит "main".</a:t>
            </a:r>
            <a:endParaRPr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ru-RU">
                <a:latin typeface="Arial"/>
                <a:ea typeface="Arial"/>
                <a:cs typeface="Arial"/>
                <a:sym typeface="Arial"/>
              </a:rPr>
              <a:t>Статические поля инициализируются в порядке объявления.</a:t>
            </a:r>
            <a:endParaRPr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ru-RU">
                <a:latin typeface="Arial"/>
                <a:ea typeface="Arial"/>
                <a:cs typeface="Arial"/>
                <a:sym typeface="Arial"/>
              </a:rPr>
              <a:t>Поле S присваивается успешно.</a:t>
            </a:r>
            <a:endParaRPr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ru-RU">
                <a:latin typeface="Arial"/>
                <a:ea typeface="Arial"/>
                <a:cs typeface="Arial"/>
                <a:sym typeface="Arial"/>
              </a:rPr>
              <a:t>При инициализации Instance вызывается конструктор Program().</a:t>
            </a:r>
            <a:endParaRPr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ru-RU">
                <a:latin typeface="Arial"/>
                <a:ea typeface="Arial"/>
                <a:cs typeface="Arial"/>
                <a:sym typeface="Arial"/>
              </a:rPr>
              <a:t>Конструктор выводит "ctor" и выбрасывает Exception.</a:t>
            </a:r>
            <a:endParaRPr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ru-RU">
                <a:latin typeface="Arial"/>
                <a:ea typeface="Arial"/>
                <a:cs typeface="Arial"/>
                <a:sym typeface="Arial"/>
              </a:rPr>
              <a:t>Исключение оборачивается в TypeInitializationException.</a:t>
            </a:r>
            <a:endParaRPr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ru-RU">
                <a:latin typeface="Arial"/>
                <a:ea typeface="Arial"/>
                <a:cs typeface="Arial"/>
                <a:sym typeface="Arial"/>
              </a:rPr>
              <a:t>Приложение падает</a:t>
            </a:r>
            <a:endParaRPr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04" name="Google Shape;504;g3120ba7d59a_0_3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9" name="Shape 5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0" name="Google Shape;510;g3120ba7d59a_0_346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ru-RU"/>
              <a:t>Не все исключения ведут себя одинаково, давайте посмотрим на случаи необычного поведения try/catch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ru-RU"/>
              <a:t>SO можно перехватить, только если мы выбросили его сами, «настоящий» SO рушит процесс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ru-RU"/>
              <a:t>Не используйте StackOverflowException в логике своей программы. </a:t>
            </a:r>
            <a:endParaRPr/>
          </a:p>
        </p:txBody>
      </p:sp>
      <p:sp>
        <p:nvSpPr>
          <p:cNvPr id="511" name="Google Shape;511;g3120ba7d59a_0_34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17" name="Shape 5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8" name="Google Shape;518;g3120ba7d59a_0_362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ru-RU"/>
              <a:t>как избежать со исключения?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ru-RU"/>
              <a:t>Некст слайд: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ru-RU"/>
              <a:t>Не используйте StackOverflowException в логике своей программы. Вызывая рекурсивный метод – оценивайте глубину рекурсии или передавайте глубину рекурсии в параметрах метода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519" name="Google Shape;519;g3120ba7d59a_0_36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24" name="Shape 5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5" name="Google Shape;525;g3120ba7d59a_0_372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ru-RU"/>
              <a:t>Вызывая рекурсивный метод – оценивайте глубину рекурсии или передавайте глубину рекурсии в параметрах метода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526" name="Google Shape;526;g3120ba7d59a_0_37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31" name="Shape 5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2" name="Google Shape;532;g3120ba7d59a_0_378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ru-RU">
                <a:latin typeface="Arial"/>
                <a:ea typeface="Arial"/>
                <a:cs typeface="Arial"/>
                <a:sym typeface="Arial"/>
              </a:rPr>
              <a:t>void* ptr не инициализирован - любое разыменование вызовет неопределённое поведение или падение.</a:t>
            </a:r>
            <a:endParaRPr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ru-RU">
                <a:latin typeface="Arial"/>
                <a:ea typeface="Arial"/>
                <a:cs typeface="Arial"/>
                <a:sym typeface="Arial"/>
              </a:rPr>
              <a:t>Метод ToFloat использует небезопасное приведение через указатель, что может привести к ошибкам</a:t>
            </a:r>
            <a:endParaRPr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ru-RU">
                <a:latin typeface="Arial"/>
                <a:ea typeface="Arial"/>
                <a:cs typeface="Arial"/>
                <a:sym typeface="Arial"/>
              </a:rPr>
              <a:t>Использование unsafe снимает защиту CLR, поэтому любая ошибка с памятью может привести к падению приложения или corruption данных.</a:t>
            </a:r>
            <a:endParaRPr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ru-RU">
                <a:latin typeface="Arial"/>
                <a:ea typeface="Arial"/>
                <a:cs typeface="Arial"/>
                <a:sym typeface="Arial"/>
              </a:rPr>
              <a:t>В общем, код небезопасен и требует осторожности, подходит только для низкоуровневых оптимизаций и системного программирования.</a:t>
            </a:r>
            <a:endParaRPr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33" name="Google Shape;533;g3120ba7d59a_0_37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38" name="Shape 5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9" name="Google Shape;539;g3120ba7d59a_0_384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540" name="Google Shape;540;g3120ba7d59a_0_38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50" name="Shape 5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1" name="Google Shape;551;g3120ba7d59a_0_400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ru-RU">
                <a:latin typeface="Arial"/>
                <a:ea typeface="Arial"/>
                <a:cs typeface="Arial"/>
                <a:sym typeface="Arial"/>
              </a:rPr>
              <a:t>ThreadAbortException может возникнуть в неожиданных местах</a:t>
            </a:r>
            <a:endParaRPr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ru-RU">
                <a:latin typeface="Arial"/>
                <a:ea typeface="Arial"/>
                <a:cs typeface="Arial"/>
                <a:sym typeface="Arial"/>
              </a:rPr>
              <a:t>После обработки перевыбрасывается снова, как будто в конце catch написан throw</a:t>
            </a:r>
            <a:endParaRPr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ru-RU">
                <a:latin typeface="Arial"/>
                <a:ea typeface="Arial"/>
                <a:cs typeface="Arial"/>
                <a:sym typeface="Arial"/>
              </a:rPr>
              <a:t>Обрабатывается рантаймом, не валит процесс. Это свойство сохраняется, даже если исключение выброшено вручную.</a:t>
            </a:r>
            <a:endParaRPr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ru-RU">
                <a:latin typeface="Arial"/>
                <a:ea typeface="Arial"/>
                <a:cs typeface="Arial"/>
                <a:sym typeface="Arial"/>
              </a:rPr>
              <a:t>(что будет, если в catch будет выброшено новое исключение?)</a:t>
            </a:r>
            <a:endParaRPr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ru-RU">
                <a:latin typeface="Arial"/>
                <a:ea typeface="Arial"/>
                <a:cs typeface="Arial"/>
                <a:sym typeface="Arial"/>
              </a:rPr>
              <a:t>Если в catch выбросить новое исключение, оно заменит ThreadAbortException на это новое исключение внутри catch, но после завершения catch CLR всё равно продолжит попытку завершить поток, и ThreadAbortException может быть вновь сгенерирован</a:t>
            </a:r>
            <a:endParaRPr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52" name="Google Shape;552;g3120ba7d59a_0_40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59" name="Shape 5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0" name="Google Shape;560;g3120ba7d59a_0_418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ru-RU"/>
              <a:t>Отмену потока можно отменить</a:t>
            </a:r>
            <a:endParaRPr/>
          </a:p>
        </p:txBody>
      </p:sp>
      <p:sp>
        <p:nvSpPr>
          <p:cNvPr id="561" name="Google Shape;561;g3120ba7d59a_0_4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68" name="Shape 5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9" name="Google Shape;569;g3120ba7d59a_0_427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ru-RU">
                <a:latin typeface="Arial"/>
                <a:ea typeface="Arial"/>
                <a:cs typeface="Arial"/>
                <a:sym typeface="Arial"/>
              </a:rPr>
              <a:t>Использовать флаги, токены отмены (CancellationToken) или другие безопасные механизмы завершения.</a:t>
            </a:r>
            <a:endParaRPr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ru-RU">
                <a:latin typeface="Arial"/>
                <a:ea typeface="Arial"/>
                <a:cs typeface="Arial"/>
                <a:sym typeface="Arial"/>
              </a:rPr>
              <a:t>Такой подход обеспечивает корректное завершение и освобождение ресурсов, без риска падения приложения</a:t>
            </a:r>
            <a:endParaRPr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70" name="Google Shape;570;g3120ba7d59a_0_4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78" name="Shape 5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9" name="Google Shape;579;g3120ba7d59a_0_439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ru-RU"/>
              <a:t>Мы все иногда пишем код, который может выделить слишком много памяти. В дотнете это может закончиться OutOfMemoryException’ом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ru-RU"/>
              <a:t>Что же будет после OutOfMemory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580" name="Google Shape;580;g3120ba7d59a_0_4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85" name="Shape 5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6" name="Google Shape;586;g3120ba7d59a_0_451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587" name="Google Shape;587;g3120ba7d59a_0_45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99" name="Shape 5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0" name="Google Shape;600;g3120ba7d59a_0_469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601" name="Google Shape;601;g3120ba7d59a_0_46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06" name="Shape 6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7" name="Google Shape;607;g3120ba7d59a_0_483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ru-RU"/>
              <a:t>Все варианты правильные, конкретный зависит больше от рандома.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ru-RU"/>
              <a:t> StackOverflow, AccessViolation и OutOfMemory могут превращаться друг в друга при обработке внутри рантайма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608" name="Google Shape;608;g3120ba7d59a_0_48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22" name="Shape 6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3" name="Google Shape;623;g3120ba7d59a_0_510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ru-RU">
                <a:latin typeface="Arial"/>
                <a:ea typeface="Arial"/>
                <a:cs typeface="Arial"/>
                <a:sym typeface="Arial"/>
              </a:rPr>
              <a:t>Чем плох код?</a:t>
            </a:r>
            <a:endParaRPr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ru-RU">
                <a:latin typeface="Arial"/>
                <a:ea typeface="Arial"/>
                <a:cs typeface="Arial"/>
                <a:sym typeface="Arial"/>
              </a:rPr>
              <a:t>объект bigFile создаётся до блока try, поэтому если CreateFile() выбросит исключение, блок finally не выполнится, и файл не будет удалён</a:t>
            </a:r>
            <a:endParaRPr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ru-RU">
                <a:latin typeface="Arial"/>
                <a:ea typeface="Arial"/>
                <a:cs typeface="Arial"/>
                <a:sym typeface="Arial"/>
              </a:rPr>
              <a:t>finally гарантирует выполнение только для объектов, которые были успешно созданы, поэтому нужно контролировать порядок создания</a:t>
            </a:r>
            <a:endParaRPr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24" name="Google Shape;624;g3120ba7d59a_0_5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29" name="Shape 6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0" name="Google Shape;630;g3120ba7d59a_0_528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ru-RU"/>
              <a:t>Finally – фича дотнета, ОС она безразлична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ru-RU"/>
              <a:t>finally работает, пока процесс и рантайм работают нормально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ru-RU"/>
              <a:t>Но finally имеет смысл использовать лишь для выполнения кода в независимости от наличия исключения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ru-RU"/>
              <a:t>Нестандартное применение – код в finally не прерывается ThreadAbortException’ом. Это иногда используется в самом дотнете. Не используйте это, пока не найдёте, где это написано в документаци!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631" name="Google Shape;631;g3120ba7d59a_0_5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45" name="Shape 6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6" name="Google Shape;646;g3a7d5aab183_0_15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</a:pPr>
            <a:r>
              <a:rPr lang="ru-RU">
                <a:latin typeface="Arial"/>
                <a:ea typeface="Arial"/>
                <a:cs typeface="Arial"/>
                <a:sym typeface="Arial"/>
              </a:rPr>
              <a:t>Идея:</a:t>
            </a:r>
            <a:endParaRPr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</a:pPr>
            <a:r>
              <a:rPr lang="ru-RU">
                <a:latin typeface="Arial"/>
                <a:ea typeface="Arial"/>
                <a:cs typeface="Arial"/>
                <a:sym typeface="Arial"/>
              </a:rPr>
              <a:t>Функция может возвращать одно из нескольких заранее известных типов, и вызывающий код обязан обработать все варианты. Это снижает количество исключений и делает результат явным.</a:t>
            </a:r>
            <a:endParaRPr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ru-RU">
                <a:latin typeface="Arial"/>
                <a:ea typeface="Arial"/>
                <a:cs typeface="Arial"/>
                <a:sym typeface="Arial"/>
              </a:rPr>
              <a:t>Объяснение:</a:t>
            </a:r>
            <a:endParaRPr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ru-RU">
                <a:latin typeface="Arial"/>
                <a:ea typeface="Arial"/>
                <a:cs typeface="Arial"/>
                <a:sym typeface="Arial"/>
              </a:rPr>
              <a:t>Паттерн OneOf позволяет явно описать возможные результаты работы метода без использования исключений. Каждая сторона обязана обработать все варианты, что делает код более надёжным и предсказуемым.</a:t>
            </a:r>
            <a:endParaRPr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47" name="Google Shape;647;g3a7d5aab183_0_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52" name="Shape 6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3" name="Google Shape;653;g3a7d5aab183_0_35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ru-RU">
                <a:latin typeface="Arial"/>
                <a:ea typeface="Arial"/>
                <a:cs typeface="Arial"/>
                <a:sym typeface="Arial"/>
              </a:rPr>
              <a:t>Идея:</a:t>
            </a:r>
            <a:endParaRPr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ru-RU">
                <a:latin typeface="Arial"/>
                <a:ea typeface="Arial"/>
                <a:cs typeface="Arial"/>
                <a:sym typeface="Arial"/>
              </a:rPr>
              <a:t>Функция может возвращать одно из нескольких заранее известных типов, и вызывающий код обязан обработать все варианты. Это снижает количество исключений и делает результат явным.</a:t>
            </a:r>
            <a:endParaRPr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ru-RU">
                <a:latin typeface="Arial"/>
                <a:ea typeface="Arial"/>
                <a:cs typeface="Arial"/>
                <a:sym typeface="Arial"/>
              </a:rPr>
              <a:t>Объяснение:</a:t>
            </a:r>
            <a:endParaRPr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ru-RU">
                <a:latin typeface="Arial"/>
                <a:ea typeface="Arial"/>
                <a:cs typeface="Arial"/>
                <a:sym typeface="Arial"/>
              </a:rPr>
              <a:t>Паттерн OneOf позволяет явно описать возможные результаты работы метода без использования исключений. Каждая сторона обязана обработать все варианты, что делает код более надёжным и предсказуемым.</a:t>
            </a:r>
            <a:endParaRPr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54" name="Google Shape;654;g3a7d5aab183_0_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58" name="Shape 6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9" name="Google Shape;659;g3a7d5aab183_0_0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660" name="Google Shape;660;g3a7d5aab183_0_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70" name="Shape 6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1" name="Google Shape;671;g3a7d5aab183_0_44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ru-RU">
                <a:latin typeface="Arial"/>
                <a:ea typeface="Arial"/>
                <a:cs typeface="Arial"/>
                <a:sym typeface="Arial"/>
              </a:rPr>
              <a:t>Идея:</a:t>
            </a:r>
            <a:endParaRPr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ru-RU">
                <a:latin typeface="Arial"/>
                <a:ea typeface="Arial"/>
                <a:cs typeface="Arial"/>
                <a:sym typeface="Arial"/>
              </a:rPr>
              <a:t>Метод может вернуть значение (Some) или отсутствие значения (None). То есть паттерн аналогичен nullable-нотации, но с выразительной семантикой</a:t>
            </a:r>
            <a:endParaRPr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ru-RU">
                <a:latin typeface="Arial"/>
                <a:ea typeface="Arial"/>
                <a:cs typeface="Arial"/>
                <a:sym typeface="Arial"/>
              </a:rPr>
              <a:t>Объяснение:</a:t>
            </a:r>
            <a:endParaRPr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ru-RU">
                <a:latin typeface="Arial"/>
                <a:ea typeface="Arial"/>
                <a:cs typeface="Arial"/>
                <a:sym typeface="Arial"/>
              </a:rPr>
              <a:t>Maybe структурирует ситуацию отсутствия значения без null и исключений. Обработка Some/None вынуждает разработчика явно рассмотреть оба сценария, исключая типичные null-ошибки.</a:t>
            </a:r>
            <a:endParaRPr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72" name="Google Shape;672;g3a7d5aab183_0_4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77" name="Shape 6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8" name="Google Shape;678;g3a7d5aab183_0_50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</a:pPr>
            <a:r>
              <a:rPr lang="ru-RU">
                <a:latin typeface="Arial"/>
                <a:ea typeface="Arial"/>
                <a:cs typeface="Arial"/>
                <a:sym typeface="Arial"/>
              </a:rPr>
              <a:t>Идея:</a:t>
            </a:r>
            <a:endParaRPr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</a:pPr>
            <a:r>
              <a:rPr lang="ru-RU">
                <a:latin typeface="Arial"/>
                <a:ea typeface="Arial"/>
                <a:cs typeface="Arial"/>
                <a:sym typeface="Arial"/>
              </a:rPr>
              <a:t>Метод может вернуть значение (Some) или отсутствие значения (None). То есть паттерн аналогичен nullable-нотации, но с выразительной семантикой</a:t>
            </a:r>
            <a:endParaRPr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</a:pPr>
            <a:r>
              <a:t/>
            </a:r>
            <a:endParaRPr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</a:pPr>
            <a:r>
              <a:rPr lang="ru-RU">
                <a:latin typeface="Arial"/>
                <a:ea typeface="Arial"/>
                <a:cs typeface="Arial"/>
                <a:sym typeface="Arial"/>
              </a:rPr>
              <a:t>Объяснение:</a:t>
            </a:r>
            <a:endParaRPr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ru-RU">
                <a:latin typeface="Arial"/>
                <a:ea typeface="Arial"/>
                <a:cs typeface="Arial"/>
                <a:sym typeface="Arial"/>
              </a:rPr>
              <a:t>Maybe структурирует ситуацию отсутствия значения без null и исключений. Обработка Some/None вынуждает разработчика явно рассмотреть оба сценария, исключая типичные null-ошибки.</a:t>
            </a:r>
            <a:endParaRPr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79" name="Google Shape;679;g3a7d5aab183_0_5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83" name="Shape 6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4" name="Google Shape;684;g3a7d5aab183_0_55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ru-RU"/>
              <a:t>Стоит отметить, что оба этих паттерна скорее применимы к функциональному стилю программирования</a:t>
            </a:r>
            <a:endParaRPr/>
          </a:p>
        </p:txBody>
      </p:sp>
      <p:sp>
        <p:nvSpPr>
          <p:cNvPr id="685" name="Google Shape;685;g3a7d5aab183_0_5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95" name="Shape 6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6" name="Google Shape;696;g3665e2fb9b3_1_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97" name="Google Shape;697;g3665e2fb9b3_1_0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698" name="Google Shape;698;g3665e2fb9b3_1_0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ru-RU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06" name="Shape 7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7" name="Google Shape;707;g3665e2fb9b3_1_10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708" name="Google Shape;708;g3665e2fb9b3_1_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20" name="Shape 7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1" name="Google Shape;721;g3665e2fb9b3_1_23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722" name="Google Shape;722;g3665e2fb9b3_1_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34" name="Shape 7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5" name="Google Shape;735;g3665e2fb9b3_1_37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736" name="Google Shape;736;g3665e2fb9b3_1_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52" name="Shape 7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3" name="Google Shape;753;g3665e2fb9b3_1_54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754" name="Google Shape;754;g3665e2fb9b3_1_5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58" name="Shape 7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9" name="Google Shape;759;g3665e2fb9b3_1_71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ru-RU"/>
              <a:t>Просто разбудим всех, подискутировать.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ru-RU"/>
              <a:t>Может, нормальный, а может, плохой: что именно пошло не так? Как отличить нормальную ситуацию от ненормально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760" name="Google Shape;760;g3665e2fb9b3_1_7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65" name="Shape 7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6" name="Google Shape;766;g3665e2fb9b3_1_78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ru-RU"/>
              <a:t>Просто разбудим всех, подискутировать.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ru-RU"/>
              <a:t>Может, нормальный, а может, плохой: что именно пошло не так? Как отличить нормальную ситуацию от ненормально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767" name="Google Shape;767;g3665e2fb9b3_1_7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72" name="Shape 7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3" name="Google Shape;773;g3665e2fb9b3_1_85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ru-RU"/>
              <a:t>Просто разбудим всех, подискутировать.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ru-RU"/>
              <a:t>Может, нормальный, а может, плохой: что именно пошло не так? Как отличить нормальную ситуацию от ненормально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774" name="Google Shape;774;g3665e2fb9b3_1_8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79" name="Shape 7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0" name="Google Shape;780;g3665e2fb9b3_1_92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ru-RU"/>
              <a:t>Просто разбудим всех, подискутировать.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ru-RU"/>
              <a:t>Может, нормальный, а может, плохой: что именно пошло не так? Как отличить нормальную ситуацию от ненормально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781" name="Google Shape;781;g3665e2fb9b3_1_9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86" name="Shape 7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7" name="Google Shape;787;g3665e2fb9b3_1_100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ru-RU"/>
              <a:t>Просто разбудим всех, подискутировать.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ru-RU"/>
              <a:t>Может, нормальный, а может, плохой: что именно пошло не так? Как отличить нормальную ситуацию от ненормально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788" name="Google Shape;788;g3665e2fb9b3_1_10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93" name="Shape 7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4" name="Google Shape;794;g3665e2fb9b3_3_0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ru-RU"/>
              <a:t>Просто разбудим всех, подискутировать.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ru-RU"/>
              <a:t>Может, нормальный, а может, плохой: что именно пошло не так? Как отличить нормальную ситуацию от ненормально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795" name="Google Shape;795;g3665e2fb9b3_3_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99" name="Shape 7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0" name="Google Shape;800;g3665e2fb9b3_3_7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ru-RU"/>
              <a:t>Просто разбудим всех, подискутировать.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ru-RU"/>
              <a:t>Может, нормальный, а может, плохой: что именно пошло не так? Как отличить нормальную ситуацию от ненормально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801" name="Google Shape;801;g3665e2fb9b3_3_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6" name="Shape 8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7" name="Google Shape;807;g3665e2fb9b3_3_15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ru-RU"/>
              <a:t>Просто разбудим всех, подискутировать.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ru-RU"/>
              <a:t>Может, нормальный, а может, плохой: что именно пошло не так? Как отличить нормальную ситуацию от ненормально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808" name="Google Shape;808;g3665e2fb9b3_3_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15" name="Shape 8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6" name="Google Shape;816;g3665e2fb9b3_3_24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ru-RU"/>
              <a:t>Просто разбудим всех, подискутировать.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ru-RU"/>
              <a:t>Может, нормальный, а может, плохой: что именно пошло не так? Как отличить нормальную ситуацию от ненормально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817" name="Google Shape;817;g3665e2fb9b3_3_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21" name="Shape 8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2" name="Google Shape;822;g3665e2fb9b3_3_29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ru-RU"/>
              <a:t>Просто разбудим всех, подискутировать.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ru-RU"/>
              <a:t>Может, нормальный, а может, плохой: что именно пошло не так? Как отличить нормальную ситуацию от ненормально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823" name="Google Shape;823;g3665e2fb9b3_3_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32" name="Shape 8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3" name="Google Shape;833;g3665e2fb9b3_3_40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ru-RU"/>
              <a:t>Просто разбудим всех, подискутировать.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ru-RU"/>
              <a:t>Может, нормальный, а может, плохой: что именно пошло не так? Как отличить нормальную ситуацию от ненормально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834" name="Google Shape;834;g3665e2fb9b3_3_4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41" name="Shape 8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2" name="Google Shape;842;g3665e2fb9b3_3_53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ru-RU"/>
              <a:t>Просто разбудим всех, подискутировать.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ru-RU"/>
              <a:t>Может, нормальный, а может, плохой: что именно пошло не так? Как отличить нормальную ситуацию от ненормально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843" name="Google Shape;843;g3665e2fb9b3_3_5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53" name="Shape 8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4" name="Google Shape;854;g3665e2fb9b3_3_65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ru-RU"/>
              <a:t>Просто разбудим всех, подискутировать.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ru-RU"/>
              <a:t>Может, нормальный, а может, плохой: что именно пошло не так? Как отличить нормальную ситуацию от ненормально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855" name="Google Shape;855;g3665e2fb9b3_3_6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59" name="Shape 8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0" name="Google Shape;860;g3665e2fb9b3_3_70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ru-RU"/>
              <a:t>Просто разбудим всех, подискутировать.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ru-RU"/>
              <a:t>Может, нормальный, а может, плохой: что именно пошло не так? Как отличить нормальную ситуацию от ненормально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861" name="Google Shape;861;g3665e2fb9b3_3_7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71" name="Shape 8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2" name="Google Shape;872;g3665e2fb9b3_3_84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ru-RU"/>
              <a:t>Просто разбудим всех, подискутировать.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ru-RU"/>
              <a:t>Может, нормальный, а может, плохой: что именно пошло не так? Как отличить нормальную ситуацию от ненормально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873" name="Google Shape;873;g3665e2fb9b3_3_8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87" name="Shape 8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8" name="Google Shape;888;g3665e2fb9b3_3_105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ru-RU"/>
              <a:t>Просто разбудим всех, подискутировать.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ru-RU"/>
              <a:t>Может, нормальный, а может, плохой: что именно пошло не так? Как отличить нормальную ситуацию от ненормально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889" name="Google Shape;889;g3665e2fb9b3_3_10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93" name="Shape 8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4" name="Google Shape;894;g3665e2fb9b3_3_110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ru-RU"/>
              <a:t>Просто разбудим всех, подискутировать.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ru-RU"/>
              <a:t>Может, нормальный, а может, плохой: что именно пошло не так? Как отличить нормальную ситуацию от ненормально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895" name="Google Shape;895;g3665e2fb9b3_3_1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00" name="Shape 9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1" name="Google Shape;901;g3665e2fb9b3_3_117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ru-RU"/>
              <a:t>Просто разбудим всех, подискутировать.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ru-RU"/>
              <a:t>Может, нормальный, а может, плохой: что именно пошло не так? Как отличить нормальную ситуацию от ненормально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902" name="Google Shape;902;g3665e2fb9b3_3_1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0" name="Shape 9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1" name="Google Shape;911;g3665e2fb9b3_3_127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ru-RU"/>
              <a:t>Просто разбудим всех, подискутировать.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ru-RU"/>
              <a:t>Может, нормальный, а может, плохой: что именно пошло не так? Как отличить нормальную ситуацию от ненормально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912" name="Google Shape;912;g3665e2fb9b3_3_1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20" name="Shape 9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1" name="Google Shape;921;g3665e2fb9b3_3_139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ru-RU"/>
              <a:t>Просто разбудим всех, подискутировать.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ru-RU"/>
              <a:t>Может, нормальный, а может, плохой: что именно пошло не так? Как отличить нормальную ситуацию от ненормально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922" name="Google Shape;922;g3665e2fb9b3_3_1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30" name="Shape 9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1" name="Google Shape;931;g3665e2fb9b3_3_152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ru-RU"/>
              <a:t>Просто разбудим всех, подискутировать.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ru-RU"/>
              <a:t>Может, нормальный, а может, плохой: что именно пошло не так? Как отличить нормальную ситуацию от ненормально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932" name="Google Shape;932;g3665e2fb9b3_3_15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36" name="Shape 9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7" name="Google Shape;937;g3665e2fb9b3_3_158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ru-RU"/>
              <a:t>Просто разбудим всех, подискутировать.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ru-RU"/>
              <a:t>Может, нормальный, а может, плохой: что именно пошло не так? Как отличить нормальную ситуацию от ненормально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938" name="Google Shape;938;g3665e2fb9b3_3_15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48" name="Shape 9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9" name="Google Shape;949;g3665e2fb9b3_7_2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ru-RU"/>
              <a:t>Просто разбудим всех, подискутировать.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ru-RU"/>
              <a:t>Может, нормальный, а может, плохой: что именно пошло не так? Как отличить нормальную ситуацию от ненормально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950" name="Google Shape;950;g3665e2fb9b3_7_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55" name="Shape 9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6" name="Google Shape;956;g3665e2fb9b3_7_16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ru-RU"/>
              <a:t>Просто разбудим всех, подискутировать.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ru-RU"/>
              <a:t>Может, нормальный, а может, плохой: что именно пошло не так? Как отличить нормальную ситуацию от ненормально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957" name="Google Shape;957;g3665e2fb9b3_7_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62" name="Shape 9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3" name="Google Shape;963;g3665e2fb9b3_7_23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ru-RU"/>
              <a:t>Просто разбудим всех, подискутировать.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ru-RU"/>
              <a:t>Может, нормальный, а может, плохой: что именно пошло не так? Как отличить нормальную ситуацию от ненормально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964" name="Google Shape;964;g3665e2fb9b3_7_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4" name="Shape 9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5" name="Google Shape;975;g3665e2fb9b3_7_34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ru-RU"/>
              <a:t>Исправь как можно больше ошибок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ru-RU"/>
              <a:t>Вместе с фамилиями указать стол – в Names в ConvertersProgram_should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ru-RU"/>
              <a:t>progressBoard – мониторить и подсказывать по нему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976" name="Google Shape;976;g3665e2fb9b3_7_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81" name="Shape 9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2" name="Google Shape;982;g3665e2fb9b3_7_40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ru-RU"/>
              <a:t>Исправь как можно больше ошибок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ru-RU"/>
              <a:t>Вместе с фамилиями указать стол – в Names в ConvertersProgram_should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ru-RU"/>
              <a:t>progressBoard – мониторить и подсказывать по нему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983" name="Google Shape;983;g3665e2fb9b3_7_4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88" name="Shape 9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9" name="Google Shape;989;g3665e2fb9b3_7_47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ru-RU"/>
              <a:t>Исправь как можно больше ошибок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ru-RU"/>
              <a:t>Вместе с фамилиями указать стол – в Names в ConvertersProgram_should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ru-RU"/>
              <a:t>progressBoard – мониторить и подсказывать по нему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990" name="Google Shape;990;g3665e2fb9b3_7_4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02" name="Shape 10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3" name="Google Shape;1003;g3665e2fb9b3_7_61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ru-RU"/>
              <a:t>Исправь как можно больше ошибок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ru-RU"/>
              <a:t>Вместе с фамилиями указать стол – в Names в ConvertersProgram_should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ru-RU"/>
              <a:t>progressBoard – мониторить и подсказывать по нему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1004" name="Google Shape;1004;g3665e2fb9b3_7_6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8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16" name="Shape 10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7" name="Google Shape;1017;g3665e2fb9b3_7_80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ru-RU"/>
              <a:t>Исправь как можно больше ошибок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ru-RU"/>
              <a:t>Вместе с фамилиями указать стол – в Names в ConvertersProgram_should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ru-RU"/>
              <a:t>progressBoard – мониторить и подсказывать по нему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1018" name="Google Shape;1018;g3665e2fb9b3_7_8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8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28" name="Shape 10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9" name="Google Shape;1029;g3665e2fb9b3_7_101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ru-RU"/>
              <a:t>Просто разбудим всех, подискутировать.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ru-RU"/>
              <a:t>Может, нормальный, а может, плохой: что именно пошло не так? Как отличить нормальную ситуацию от ненормально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1030" name="Google Shape;1030;g3665e2fb9b3_7_10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8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5" name="Shape 10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6" name="Google Shape;1036;g3665e2fb9b3_7_115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ru-RU"/>
              <a:t>Просто разбудим всех, подискутировать.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ru-RU"/>
              <a:t>Может, нормальный, а может, плохой: что именно пошло не так? Как отличить нормальную ситуацию от ненормально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1037" name="Google Shape;1037;g3665e2fb9b3_7_1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8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42" name="Shape 10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3" name="Google Shape;1043;g3665e2fb9b3_7_156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ru-RU"/>
              <a:t>Просто разбудим всех, подискутировать.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ru-RU"/>
              <a:t>Может, нормальный, а может, плохой: что именно пошло не так? Как отличить нормальную ситуацию от ненормально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1044" name="Google Shape;1044;g3665e2fb9b3_7_15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8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51" name="Shape 10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2" name="Google Shape;1052;g3665e2fb9b3_7_172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ru-RU"/>
              <a:t>Просто разбудим всех, подискутировать.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ru-RU"/>
              <a:t>Может, нормальный, а может, плохой: что именно пошло не так? Как отличить нормальную ситуацию от ненормально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1053" name="Google Shape;1053;g3665e2fb9b3_7_17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8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62" name="Shape 10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3" name="Google Shape;1063;g3665e2fb9b3_7_204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ru-RU"/>
              <a:t>Просто разбудим всех, подискутировать.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ru-RU"/>
              <a:t>Может, нормальный, а может, плохой: что именно пошло не так? Как отличить нормальную ситуацию от ненормально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1064" name="Google Shape;1064;g3665e2fb9b3_7_20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8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74" name="Shape 10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5" name="Google Shape;1075;g3665e2fb9b3_7_220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ru-RU"/>
              <a:t>Просто разбудим всех, подискутировать.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ru-RU"/>
              <a:t>Может, нормальный, а может, плохой: что именно пошло не так? Как отличить нормальную ситуацию от ненормально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1076" name="Google Shape;1076;g3665e2fb9b3_7_2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8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88" name="Shape 10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9" name="Google Shape;1089;g3665e2fb9b3_7_236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ru-RU"/>
              <a:t>Просто разбудим всех, подискутировать.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ru-RU"/>
              <a:t>Может, нормальный, а может, плохой: что именно пошло не так? Как отличить нормальную ситуацию от ненормально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1090" name="Google Shape;1090;g3665e2fb9b3_7_2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8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03" name="Shape 1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4" name="Google Shape;1104;g3665e2fb9b3_7_252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ru-RU"/>
              <a:t>Просто разбудим всех, подискутировать.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ru-RU"/>
              <a:t>Может, нормальный, а может, плохой: что именно пошло не так? Как отличить нормальную ситуацию от ненормально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1105" name="Google Shape;1105;g3665e2fb9b3_7_25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9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20" name="Shape 1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1" name="Google Shape;1121;g3665e2fb9b3_7_291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ru-RU"/>
              <a:t>Просто разбудим всех, подискутировать.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ru-RU"/>
              <a:t>Может, нормальный, а может, плохой: что именно пошло не так? Как отличить нормальную ситуацию от ненормально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1122" name="Google Shape;1122;g3665e2fb9b3_7_29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9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31" name="Shape 11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2" name="Google Shape;1132;g3665e2fb9b3_7_268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ru-RU"/>
              <a:t>Просто разбудим всех, подискутировать.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ru-RU"/>
              <a:t>Может, нормальный, а может, плохой: что именно пошло не так? Как отличить нормальную ситуацию от ненормально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1133" name="Google Shape;1133;g3665e2fb9b3_7_26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9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43" name="Shape 1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4" name="Google Shape;1144;g3120ba7d59a_0_85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45" name="Google Shape;1145;g3120ba7d59a_0_850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1146" name="Google Shape;1146;g3120ba7d59a_0_850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ru-RU"/>
              <a:t>‹#›</a:t>
            </a:fld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5.png"/></Relationships>
</file>

<file path=ppt/slideLayouts/_rels/slideLayout1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2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/Relationships>
</file>

<file path=ppt/slideLayouts/_rels/slideLayout2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/Relationships>
</file>

<file path=ppt/slideLayouts/_rels/slideLayout2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3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/Relationships>
</file>

<file path=ppt/slideLayouts/_rels/slideLayout3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.png"/></Relationships>
</file>

<file path=ppt/slideLayouts/_rels/slideLayout3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png"/></Relationships>
</file>

<file path=ppt/slideLayouts/_rels/slideLayout3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Титульный слайд 1">
  <p:cSld name="Титул 1"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49"/>
          <p:cNvSpPr txBox="1"/>
          <p:nvPr>
            <p:ph type="title"/>
          </p:nvPr>
        </p:nvSpPr>
        <p:spPr>
          <a:xfrm>
            <a:off x="594749" y="584200"/>
            <a:ext cx="5400000" cy="301376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None/>
              <a:defRPr sz="50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9pPr>
          </a:lstStyle>
          <a:p/>
        </p:txBody>
      </p:sp>
      <p:sp>
        <p:nvSpPr>
          <p:cNvPr id="17" name="Google Shape;17;p49"/>
          <p:cNvSpPr txBox="1"/>
          <p:nvPr>
            <p:ph idx="1" type="body"/>
          </p:nvPr>
        </p:nvSpPr>
        <p:spPr>
          <a:xfrm>
            <a:off x="594748" y="4218108"/>
            <a:ext cx="5400000" cy="34893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0" spcFirstLastPara="1" rIns="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>
                <a:solidFill>
                  <a:schemeClr val="dk1"/>
                </a:solidFill>
              </a:defRPr>
            </a:lvl1pPr>
            <a:lvl2pPr indent="-342900" lvl="1" marL="9144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/>
            </a:lvl2pPr>
            <a:lvl3pPr indent="-342900" lvl="2" marL="1371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/>
            </a:lvl3pPr>
            <a:lvl4pPr indent="-342900" lvl="3" marL="18288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8" name="Google Shape;18;p49"/>
          <p:cNvSpPr txBox="1"/>
          <p:nvPr>
            <p:ph idx="2" type="body"/>
          </p:nvPr>
        </p:nvSpPr>
        <p:spPr>
          <a:xfrm>
            <a:off x="594748" y="4598572"/>
            <a:ext cx="5399999" cy="67579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0" spcFirstLastPara="1" rIns="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>
                <a:solidFill>
                  <a:schemeClr val="dk1"/>
                </a:solidFill>
              </a:defRPr>
            </a:lvl1pPr>
            <a:lvl2pPr indent="-342900" lvl="1" marL="9144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/>
            </a:lvl2pPr>
            <a:lvl3pPr indent="-342900" lvl="2" marL="1371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/>
            </a:lvl3pPr>
            <a:lvl4pPr indent="-342900" lvl="3" marL="18288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9" name="Google Shape;19;p49"/>
          <p:cNvSpPr txBox="1"/>
          <p:nvPr>
            <p:ph idx="3" type="body"/>
          </p:nvPr>
        </p:nvSpPr>
        <p:spPr>
          <a:xfrm>
            <a:off x="8183217" y="5875893"/>
            <a:ext cx="3421408" cy="29193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0" spcFirstLastPara="1" rIns="0" wrap="square" tIns="45700">
            <a:noAutofit/>
          </a:bodyPr>
          <a:lstStyle>
            <a:lvl1pPr indent="-228600" lvl="0" marL="457200" algn="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>
                <a:solidFill>
                  <a:schemeClr val="dk1"/>
                </a:solidFill>
              </a:defRPr>
            </a:lvl1pPr>
            <a:lvl2pPr indent="-342900" lvl="1" marL="9144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/>
            </a:lvl2pPr>
            <a:lvl3pPr indent="-342900" lvl="2" marL="1371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/>
            </a:lvl3pPr>
            <a:lvl4pPr indent="-342900" lvl="3" marL="18288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0" name="Google Shape;20;p49"/>
          <p:cNvSpPr/>
          <p:nvPr/>
        </p:nvSpPr>
        <p:spPr>
          <a:xfrm>
            <a:off x="7105925" y="1143250"/>
            <a:ext cx="3959400" cy="3959400"/>
          </a:xfrm>
          <a:prstGeom prst="roundRect">
            <a:avLst>
              <a:gd fmla="val 16667" name="adj"/>
            </a:avLst>
          </a:prstGeom>
          <a:solidFill>
            <a:srgbClr val="262626"/>
          </a:solidFill>
          <a:ln cap="flat" cmpd="sng" w="9525">
            <a:solidFill>
              <a:srgbClr val="26262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21" name="Google Shape;21;p49"/>
          <p:cNvSpPr/>
          <p:nvPr>
            <p:ph idx="4" type="pic"/>
          </p:nvPr>
        </p:nvSpPr>
        <p:spPr>
          <a:xfrm>
            <a:off x="7637939" y="604401"/>
            <a:ext cx="3959400" cy="3959400"/>
          </a:xfrm>
          <a:prstGeom prst="roundRect">
            <a:avLst>
              <a:gd fmla="val 16667" name="adj"/>
            </a:avLst>
          </a:prstGeom>
          <a:noFill/>
          <a:ln>
            <a:noFill/>
          </a:ln>
        </p:spPr>
      </p:sp>
      <p:pic>
        <p:nvPicPr>
          <p:cNvPr id="22" name="Google Shape;22;p49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560871" y="5935162"/>
            <a:ext cx="1130919" cy="29976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Отбивка_1">
  <p:cSld name="Отбивка">
    <p:spTree>
      <p:nvGrpSpPr>
        <p:cNvPr id="23" name="Shape 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Google Shape;24;p76"/>
          <p:cNvSpPr txBox="1"/>
          <p:nvPr>
            <p:ph type="title"/>
          </p:nvPr>
        </p:nvSpPr>
        <p:spPr>
          <a:xfrm>
            <a:off x="587375" y="584200"/>
            <a:ext cx="6118225" cy="55816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None/>
              <a:defRPr sz="50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9pPr>
          </a:lstStyle>
          <a:p/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Таблица">
  <p:cSld name="Таблица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80"/>
          <p:cNvSpPr txBox="1"/>
          <p:nvPr>
            <p:ph type="title"/>
          </p:nvPr>
        </p:nvSpPr>
        <p:spPr>
          <a:xfrm>
            <a:off x="587375" y="584200"/>
            <a:ext cx="11017249" cy="125785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None/>
              <a:defRPr sz="50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Текстовый">
  <p:cSld name="Текстовый">
    <p:spTree>
      <p:nvGrpSpPr>
        <p:cNvPr id="27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52"/>
          <p:cNvSpPr txBox="1"/>
          <p:nvPr>
            <p:ph idx="1" type="body"/>
          </p:nvPr>
        </p:nvSpPr>
        <p:spPr>
          <a:xfrm>
            <a:off x="587375" y="584200"/>
            <a:ext cx="11017250" cy="558164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0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2000"/>
              <a:buNone/>
              <a:defRPr sz="2000"/>
            </a:lvl1pPr>
            <a:lvl2pPr indent="-342900" lvl="1" marL="9144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/>
            </a:lvl2pPr>
            <a:lvl3pPr indent="-342900" lvl="2" marL="1371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/>
            </a:lvl3pPr>
            <a:lvl4pPr indent="-342900" lvl="3" marL="18288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Заголовок в 1 строку + список">
  <p:cSld name="Заголовок в 1 строку + список">
    <p:spTree>
      <p:nvGrpSpPr>
        <p:cNvPr id="29" name="Shape 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Google Shape;30;p50"/>
          <p:cNvSpPr txBox="1"/>
          <p:nvPr>
            <p:ph idx="1" type="body"/>
          </p:nvPr>
        </p:nvSpPr>
        <p:spPr>
          <a:xfrm>
            <a:off x="587375" y="2528889"/>
            <a:ext cx="11017251" cy="363696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0" spcFirstLastPara="1" rIns="91425" wrap="square" tIns="45700">
            <a:noAutofit/>
          </a:bodyPr>
          <a:lstStyle>
            <a:lvl1pPr indent="-355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1pPr>
            <a:lvl2pPr indent="-342900" lvl="1" marL="9144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/>
            </a:lvl2pPr>
            <a:lvl3pPr indent="-342900" lvl="2" marL="1371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/>
            </a:lvl3pPr>
            <a:lvl4pPr indent="-342900" lvl="3" marL="18288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1" name="Google Shape;31;p50"/>
          <p:cNvSpPr txBox="1"/>
          <p:nvPr>
            <p:ph type="title"/>
          </p:nvPr>
        </p:nvSpPr>
        <p:spPr>
          <a:xfrm>
            <a:off x="587375" y="584200"/>
            <a:ext cx="11017249" cy="122396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None/>
              <a:defRPr sz="50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139">
          <p15:clr>
            <a:srgbClr val="5ACBF0"/>
          </p15:clr>
        </p15:guide>
        <p15:guide id="2" orient="horz" pos="1593">
          <p15:clr>
            <a:srgbClr val="5ACBF0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Заголовок + текст 2 колонки">
  <p:cSld name="Заголовок + текст 2 колонки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51"/>
          <p:cNvSpPr txBox="1"/>
          <p:nvPr>
            <p:ph idx="1" type="body"/>
          </p:nvPr>
        </p:nvSpPr>
        <p:spPr>
          <a:xfrm>
            <a:off x="587374" y="2528888"/>
            <a:ext cx="5220000" cy="363696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1pPr>
            <a:lvl2pPr indent="-342900" lvl="1" marL="9144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/>
            </a:lvl2pPr>
            <a:lvl3pPr indent="-342900" lvl="2" marL="1371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/>
            </a:lvl3pPr>
            <a:lvl4pPr indent="-342900" lvl="3" marL="18288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4" name="Google Shape;34;p51"/>
          <p:cNvSpPr txBox="1"/>
          <p:nvPr>
            <p:ph idx="2" type="body"/>
          </p:nvPr>
        </p:nvSpPr>
        <p:spPr>
          <a:xfrm>
            <a:off x="6384624" y="2528888"/>
            <a:ext cx="5220000" cy="363696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1pPr>
            <a:lvl2pPr indent="-342900" lvl="1" marL="9144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/>
            </a:lvl2pPr>
            <a:lvl3pPr indent="-342900" lvl="2" marL="1371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/>
            </a:lvl3pPr>
            <a:lvl4pPr indent="-342900" lvl="3" marL="18288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5" name="Google Shape;35;p51"/>
          <p:cNvSpPr txBox="1"/>
          <p:nvPr>
            <p:ph type="title"/>
          </p:nvPr>
        </p:nvSpPr>
        <p:spPr>
          <a:xfrm>
            <a:off x="587375" y="584200"/>
            <a:ext cx="11017249" cy="122396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None/>
              <a:defRPr sz="50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139">
          <p15:clr>
            <a:srgbClr val="5ACBF0"/>
          </p15:clr>
        </p15:guide>
        <p15:guide id="2" orient="horz" pos="1593">
          <p15:clr>
            <a:srgbClr val="5ACBF0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Титульный слайд 3">
  <p:cSld name="Титул 2">
    <p:spTree>
      <p:nvGrpSpPr>
        <p:cNvPr id="36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Google Shape;37;g2870f9e6fac_0_7"/>
          <p:cNvSpPr txBox="1"/>
          <p:nvPr>
            <p:ph type="title"/>
          </p:nvPr>
        </p:nvSpPr>
        <p:spPr>
          <a:xfrm>
            <a:off x="594749" y="584200"/>
            <a:ext cx="5400000" cy="3013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None/>
              <a:defRPr sz="50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9pPr>
          </a:lstStyle>
          <a:p/>
        </p:txBody>
      </p:sp>
      <p:sp>
        <p:nvSpPr>
          <p:cNvPr id="38" name="Google Shape;38;g2870f9e6fac_0_7"/>
          <p:cNvSpPr/>
          <p:nvPr>
            <p:ph idx="2" type="pic"/>
          </p:nvPr>
        </p:nvSpPr>
        <p:spPr>
          <a:xfrm>
            <a:off x="7098224" y="584200"/>
            <a:ext cx="4500000" cy="5581649"/>
          </a:xfrm>
          <a:prstGeom prst="roundRect">
            <a:avLst>
              <a:gd fmla="val 16667" name="adj"/>
            </a:avLst>
          </a:prstGeom>
          <a:noFill/>
          <a:ln>
            <a:noFill/>
          </a:ln>
        </p:spPr>
      </p:sp>
      <p:sp>
        <p:nvSpPr>
          <p:cNvPr id="39" name="Google Shape;39;g2870f9e6fac_0_7"/>
          <p:cNvSpPr txBox="1"/>
          <p:nvPr>
            <p:ph idx="1" type="body"/>
          </p:nvPr>
        </p:nvSpPr>
        <p:spPr>
          <a:xfrm>
            <a:off x="594748" y="4218108"/>
            <a:ext cx="5400000" cy="34893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0" spcFirstLastPara="1" rIns="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>
                <a:solidFill>
                  <a:schemeClr val="dk1"/>
                </a:solidFill>
              </a:defRPr>
            </a:lvl1pPr>
            <a:lvl2pPr indent="-342900" lvl="1" marL="9144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/>
            </a:lvl2pPr>
            <a:lvl3pPr indent="-342900" lvl="2" marL="1371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/>
            </a:lvl3pPr>
            <a:lvl4pPr indent="-342900" lvl="3" marL="18288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0" name="Google Shape;40;g2870f9e6fac_0_7"/>
          <p:cNvSpPr txBox="1"/>
          <p:nvPr>
            <p:ph idx="3" type="body"/>
          </p:nvPr>
        </p:nvSpPr>
        <p:spPr>
          <a:xfrm>
            <a:off x="594748" y="4598572"/>
            <a:ext cx="5399999" cy="67579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0" spcFirstLastPara="1" rIns="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>
                <a:solidFill>
                  <a:schemeClr val="dk1"/>
                </a:solidFill>
              </a:defRPr>
            </a:lvl1pPr>
            <a:lvl2pPr indent="-342900" lvl="1" marL="9144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/>
            </a:lvl2pPr>
            <a:lvl3pPr indent="-342900" lvl="2" marL="1371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/>
            </a:lvl3pPr>
            <a:lvl4pPr indent="-342900" lvl="3" marL="18288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pic>
        <p:nvPicPr>
          <p:cNvPr id="41" name="Google Shape;41;g2870f9e6fac_0_7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560871" y="5935162"/>
            <a:ext cx="1130919" cy="29976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Финальный слайд">
  <p:cSld name="Титул 3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3" name="Google Shape;43;p67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560871" y="5935162"/>
            <a:ext cx="1130919" cy="299762"/>
          </a:xfrm>
          <a:prstGeom prst="rect">
            <a:avLst/>
          </a:prstGeom>
          <a:noFill/>
          <a:ln>
            <a:noFill/>
          </a:ln>
        </p:spPr>
      </p:pic>
      <p:sp>
        <p:nvSpPr>
          <p:cNvPr id="44" name="Google Shape;44;p67"/>
          <p:cNvSpPr txBox="1"/>
          <p:nvPr>
            <p:ph type="title"/>
          </p:nvPr>
        </p:nvSpPr>
        <p:spPr>
          <a:xfrm>
            <a:off x="594749" y="584200"/>
            <a:ext cx="7588468" cy="3013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None/>
              <a:defRPr sz="50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9pPr>
          </a:lstStyle>
          <a:p/>
        </p:txBody>
      </p:sp>
      <p:sp>
        <p:nvSpPr>
          <p:cNvPr id="45" name="Google Shape;45;p67"/>
          <p:cNvSpPr txBox="1"/>
          <p:nvPr>
            <p:ph idx="1" type="body"/>
          </p:nvPr>
        </p:nvSpPr>
        <p:spPr>
          <a:xfrm>
            <a:off x="8183217" y="5875893"/>
            <a:ext cx="3421408" cy="29193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0" spcFirstLastPara="1" rIns="0" wrap="square" tIns="45700">
            <a:noAutofit/>
          </a:bodyPr>
          <a:lstStyle>
            <a:lvl1pPr indent="-228600" lvl="0" marL="457200" algn="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>
                <a:solidFill>
                  <a:schemeClr val="dk1"/>
                </a:solidFill>
              </a:defRPr>
            </a:lvl1pPr>
            <a:lvl2pPr indent="-342900" lvl="1" marL="9144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/>
            </a:lvl2pPr>
            <a:lvl3pPr indent="-342900" lvl="2" marL="1371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/>
            </a:lvl3pPr>
            <a:lvl4pPr indent="-342900" lvl="3" marL="18288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6" name="Google Shape;46;p67"/>
          <p:cNvSpPr txBox="1"/>
          <p:nvPr>
            <p:ph idx="2" type="body"/>
          </p:nvPr>
        </p:nvSpPr>
        <p:spPr>
          <a:xfrm>
            <a:off x="594748" y="4218108"/>
            <a:ext cx="5400000" cy="34893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0" spcFirstLastPara="1" rIns="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>
                <a:solidFill>
                  <a:schemeClr val="dk1"/>
                </a:solidFill>
              </a:defRPr>
            </a:lvl1pPr>
            <a:lvl2pPr indent="-342900" lvl="1" marL="9144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/>
            </a:lvl2pPr>
            <a:lvl3pPr indent="-342900" lvl="2" marL="1371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/>
            </a:lvl3pPr>
            <a:lvl4pPr indent="-342900" lvl="3" marL="18288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7" name="Google Shape;47;p67"/>
          <p:cNvSpPr txBox="1"/>
          <p:nvPr>
            <p:ph idx="3" type="body"/>
          </p:nvPr>
        </p:nvSpPr>
        <p:spPr>
          <a:xfrm>
            <a:off x="594748" y="4598572"/>
            <a:ext cx="5399999" cy="67579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0" spcFirstLastPara="1" rIns="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>
                <a:solidFill>
                  <a:schemeClr val="dk1"/>
                </a:solidFill>
              </a:defRPr>
            </a:lvl1pPr>
            <a:lvl2pPr indent="-342900" lvl="1" marL="9144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/>
            </a:lvl2pPr>
            <a:lvl3pPr indent="-342900" lvl="2" marL="1371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/>
            </a:lvl3pPr>
            <a:lvl4pPr indent="-342900" lvl="3" marL="18288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Заголовок в 1 строку + текст">
  <p:cSld name="Заголовок в 1 строку + текст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55"/>
          <p:cNvSpPr txBox="1"/>
          <p:nvPr>
            <p:ph type="title"/>
          </p:nvPr>
        </p:nvSpPr>
        <p:spPr>
          <a:xfrm>
            <a:off x="587375" y="584200"/>
            <a:ext cx="11017249" cy="122396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None/>
              <a:defRPr sz="50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55"/>
          <p:cNvSpPr txBox="1"/>
          <p:nvPr>
            <p:ph idx="1" type="body"/>
          </p:nvPr>
        </p:nvSpPr>
        <p:spPr>
          <a:xfrm>
            <a:off x="587375" y="2528888"/>
            <a:ext cx="11017251" cy="363696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1pPr>
            <a:lvl2pPr indent="-342900" lvl="1" marL="9144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/>
            </a:lvl2pPr>
            <a:lvl3pPr indent="-342900" lvl="2" marL="1371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/>
            </a:lvl3pPr>
            <a:lvl4pPr indent="-342900" lvl="3" marL="18288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139">
          <p15:clr>
            <a:srgbClr val="5ACBF0"/>
          </p15:clr>
        </p15:guide>
        <p15:guide id="2" orient="horz" pos="1593">
          <p15:clr>
            <a:srgbClr val="5ACBF0"/>
          </p15:clr>
        </p15:guide>
      </p15:sldGuideLst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Крупный тезис">
  <p:cSld name="Крупный тезис">
    <p:spTree>
      <p:nvGrpSpPr>
        <p:cNvPr id="51" name="Shape 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Google Shape;52;p57"/>
          <p:cNvSpPr txBox="1"/>
          <p:nvPr>
            <p:ph idx="1" type="body"/>
          </p:nvPr>
        </p:nvSpPr>
        <p:spPr>
          <a:xfrm>
            <a:off x="587375" y="5075583"/>
            <a:ext cx="7200000" cy="1090267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1pPr>
            <a:lvl2pPr indent="-342900" lvl="1" marL="9144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/>
            </a:lvl2pPr>
            <a:lvl3pPr indent="-342900" lvl="2" marL="1371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/>
            </a:lvl3pPr>
            <a:lvl4pPr indent="-342900" lvl="3" marL="18288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53" name="Google Shape;53;p57"/>
          <p:cNvSpPr txBox="1"/>
          <p:nvPr>
            <p:ph type="title"/>
          </p:nvPr>
        </p:nvSpPr>
        <p:spPr>
          <a:xfrm>
            <a:off x="587375" y="584200"/>
            <a:ext cx="7200000" cy="360809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400"/>
              <a:buNone/>
              <a:defRPr sz="5000">
                <a:solidFill>
                  <a:schemeClr val="dk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0"/>
            </a:lvl9pPr>
          </a:lstStyle>
          <a:p/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 цифры крупно">
  <p:cSld name="2 цифры крупно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58"/>
          <p:cNvSpPr txBox="1"/>
          <p:nvPr>
            <p:ph idx="1" type="subTitle"/>
          </p:nvPr>
        </p:nvSpPr>
        <p:spPr>
          <a:xfrm>
            <a:off x="587375" y="4332747"/>
            <a:ext cx="4679284" cy="128617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>
                <a:solidFill>
                  <a:schemeClr val="dk1"/>
                </a:solidFill>
              </a:defRPr>
            </a:lvl1pPr>
            <a:lvl2pPr lvl="1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/>
        </p:txBody>
      </p:sp>
      <p:sp>
        <p:nvSpPr>
          <p:cNvPr id="56" name="Google Shape;56;p58"/>
          <p:cNvSpPr txBox="1"/>
          <p:nvPr>
            <p:ph idx="2" type="body"/>
          </p:nvPr>
        </p:nvSpPr>
        <p:spPr>
          <a:xfrm>
            <a:off x="587374" y="2882349"/>
            <a:ext cx="4679285" cy="120351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0"/>
              <a:buNone/>
              <a:defRPr b="1" sz="11000">
                <a:solidFill>
                  <a:schemeClr val="dk1"/>
                </a:solidFill>
              </a:defRPr>
            </a:lvl1pPr>
            <a:lvl2pPr indent="-342900" lvl="1" marL="9144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 b="1"/>
            </a:lvl2pPr>
            <a:lvl3pPr indent="-342900" lvl="2" marL="1371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 b="1"/>
            </a:lvl3pPr>
            <a:lvl4pPr indent="-342900" lvl="3" marL="18288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 b="1"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b="1"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b="1"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b="1"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b="1"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b="1"/>
            </a:lvl9pPr>
          </a:lstStyle>
          <a:p/>
        </p:txBody>
      </p:sp>
      <p:sp>
        <p:nvSpPr>
          <p:cNvPr id="57" name="Google Shape;57;p58"/>
          <p:cNvSpPr txBox="1"/>
          <p:nvPr>
            <p:ph idx="3" type="body"/>
          </p:nvPr>
        </p:nvSpPr>
        <p:spPr>
          <a:xfrm>
            <a:off x="6116209" y="2882349"/>
            <a:ext cx="4679284" cy="120351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0"/>
              <a:buNone/>
              <a:defRPr b="1" sz="11000">
                <a:solidFill>
                  <a:schemeClr val="dk1"/>
                </a:solidFill>
              </a:defRPr>
            </a:lvl1pPr>
            <a:lvl2pPr indent="-342900" lvl="1" marL="9144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 b="1"/>
            </a:lvl2pPr>
            <a:lvl3pPr indent="-342900" lvl="2" marL="1371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 b="1"/>
            </a:lvl3pPr>
            <a:lvl4pPr indent="-342900" lvl="3" marL="18288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 b="1"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b="1"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b="1"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b="1"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b="1"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b="1"/>
            </a:lvl9pPr>
          </a:lstStyle>
          <a:p/>
        </p:txBody>
      </p:sp>
      <p:sp>
        <p:nvSpPr>
          <p:cNvPr id="58" name="Google Shape;58;p58"/>
          <p:cNvSpPr txBox="1"/>
          <p:nvPr>
            <p:ph idx="4" type="body"/>
          </p:nvPr>
        </p:nvSpPr>
        <p:spPr>
          <a:xfrm>
            <a:off x="6116208" y="4332748"/>
            <a:ext cx="4679283" cy="128617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indent="-342900" lvl="1" marL="9144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/>
            </a:lvl2pPr>
            <a:lvl3pPr indent="-342900" lvl="2" marL="1371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/>
            </a:lvl3pPr>
            <a:lvl4pPr indent="-342900" lvl="3" marL="18288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59" name="Google Shape;59;p58"/>
          <p:cNvSpPr txBox="1"/>
          <p:nvPr>
            <p:ph type="title"/>
          </p:nvPr>
        </p:nvSpPr>
        <p:spPr>
          <a:xfrm>
            <a:off x="587375" y="584200"/>
            <a:ext cx="11017249" cy="125785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None/>
              <a:defRPr sz="50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0"/>
            </a:lvl9pPr>
          </a:lstStyle>
          <a:p/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6 фактов">
  <p:cSld name="6 важных цифр ">
    <p:spTree>
      <p:nvGrpSpPr>
        <p:cNvPr id="60" name="Shape 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Google Shape;61;p63"/>
          <p:cNvSpPr txBox="1"/>
          <p:nvPr>
            <p:ph idx="1" type="body"/>
          </p:nvPr>
        </p:nvSpPr>
        <p:spPr>
          <a:xfrm>
            <a:off x="8148863" y="4790663"/>
            <a:ext cx="3240000" cy="108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indent="-342900" lvl="1" marL="9144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/>
            </a:lvl2pPr>
            <a:lvl3pPr indent="-342900" lvl="2" marL="1371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/>
            </a:lvl3pPr>
            <a:lvl4pPr indent="-342900" lvl="3" marL="18288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62" name="Google Shape;62;p63"/>
          <p:cNvSpPr txBox="1"/>
          <p:nvPr>
            <p:ph idx="2" type="body"/>
          </p:nvPr>
        </p:nvSpPr>
        <p:spPr>
          <a:xfrm>
            <a:off x="8148863" y="3809879"/>
            <a:ext cx="3239996" cy="90189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None/>
              <a:defRPr b="1" sz="6000">
                <a:solidFill>
                  <a:schemeClr val="dk1"/>
                </a:solidFill>
              </a:defRPr>
            </a:lvl1pPr>
            <a:lvl2pPr indent="-342900" lvl="1" marL="9144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 b="1"/>
            </a:lvl2pPr>
            <a:lvl3pPr indent="-342900" lvl="2" marL="1371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 b="1"/>
            </a:lvl3pPr>
            <a:lvl4pPr indent="-342900" lvl="3" marL="18288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 b="1"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b="1"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b="1"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b="1"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b="1"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b="1"/>
            </a:lvl9pPr>
          </a:lstStyle>
          <a:p/>
        </p:txBody>
      </p:sp>
      <p:sp>
        <p:nvSpPr>
          <p:cNvPr id="63" name="Google Shape;63;p63"/>
          <p:cNvSpPr txBox="1"/>
          <p:nvPr>
            <p:ph idx="3" type="body"/>
          </p:nvPr>
        </p:nvSpPr>
        <p:spPr>
          <a:xfrm>
            <a:off x="8148863" y="2350380"/>
            <a:ext cx="3240000" cy="108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indent="-342900" lvl="1" marL="9144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/>
            </a:lvl2pPr>
            <a:lvl3pPr indent="-342900" lvl="2" marL="1371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/>
            </a:lvl3pPr>
            <a:lvl4pPr indent="-342900" lvl="3" marL="18288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64" name="Google Shape;64;p63"/>
          <p:cNvSpPr txBox="1"/>
          <p:nvPr>
            <p:ph idx="4" type="body"/>
          </p:nvPr>
        </p:nvSpPr>
        <p:spPr>
          <a:xfrm>
            <a:off x="8148863" y="1382737"/>
            <a:ext cx="3239998" cy="90189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None/>
              <a:defRPr b="1" sz="6000">
                <a:solidFill>
                  <a:schemeClr val="dk1"/>
                </a:solidFill>
              </a:defRPr>
            </a:lvl1pPr>
            <a:lvl2pPr indent="-342900" lvl="1" marL="9144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 b="1"/>
            </a:lvl2pPr>
            <a:lvl3pPr indent="-342900" lvl="2" marL="1371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 b="1"/>
            </a:lvl3pPr>
            <a:lvl4pPr indent="-342900" lvl="3" marL="18288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 b="1"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b="1"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b="1"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b="1"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b="1"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b="1"/>
            </a:lvl9pPr>
          </a:lstStyle>
          <a:p/>
        </p:txBody>
      </p:sp>
      <p:sp>
        <p:nvSpPr>
          <p:cNvPr id="65" name="Google Shape;65;p63"/>
          <p:cNvSpPr txBox="1"/>
          <p:nvPr>
            <p:ph type="title"/>
          </p:nvPr>
        </p:nvSpPr>
        <p:spPr>
          <a:xfrm>
            <a:off x="587375" y="584200"/>
            <a:ext cx="11017249" cy="647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None/>
              <a:defRPr sz="50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6" name="Google Shape;66;p63"/>
          <p:cNvSpPr txBox="1"/>
          <p:nvPr>
            <p:ph idx="5" type="body"/>
          </p:nvPr>
        </p:nvSpPr>
        <p:spPr>
          <a:xfrm>
            <a:off x="586013" y="2350380"/>
            <a:ext cx="3240000" cy="108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indent="-342900" lvl="1" marL="9144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/>
            </a:lvl2pPr>
            <a:lvl3pPr indent="-342900" lvl="2" marL="1371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/>
            </a:lvl3pPr>
            <a:lvl4pPr indent="-342900" lvl="3" marL="18288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67" name="Google Shape;67;p63"/>
          <p:cNvSpPr txBox="1"/>
          <p:nvPr>
            <p:ph idx="6" type="body"/>
          </p:nvPr>
        </p:nvSpPr>
        <p:spPr>
          <a:xfrm>
            <a:off x="586012" y="1382737"/>
            <a:ext cx="3239999" cy="90189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None/>
              <a:defRPr b="1" sz="6000">
                <a:solidFill>
                  <a:schemeClr val="dk1"/>
                </a:solidFill>
              </a:defRPr>
            </a:lvl1pPr>
            <a:lvl2pPr indent="-342900" lvl="1" marL="9144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 b="1"/>
            </a:lvl2pPr>
            <a:lvl3pPr indent="-342900" lvl="2" marL="1371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 b="1"/>
            </a:lvl3pPr>
            <a:lvl4pPr indent="-342900" lvl="3" marL="18288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 b="1"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b="1"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b="1"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b="1"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b="1"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b="1"/>
            </a:lvl9pPr>
          </a:lstStyle>
          <a:p/>
        </p:txBody>
      </p:sp>
      <p:sp>
        <p:nvSpPr>
          <p:cNvPr id="68" name="Google Shape;68;p63"/>
          <p:cNvSpPr txBox="1"/>
          <p:nvPr>
            <p:ph idx="7" type="body"/>
          </p:nvPr>
        </p:nvSpPr>
        <p:spPr>
          <a:xfrm>
            <a:off x="586013" y="4790663"/>
            <a:ext cx="3240000" cy="108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indent="-342900" lvl="1" marL="9144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/>
            </a:lvl2pPr>
            <a:lvl3pPr indent="-342900" lvl="2" marL="1371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/>
            </a:lvl3pPr>
            <a:lvl4pPr indent="-342900" lvl="3" marL="18288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69" name="Google Shape;69;p63"/>
          <p:cNvSpPr txBox="1"/>
          <p:nvPr>
            <p:ph idx="8" type="body"/>
          </p:nvPr>
        </p:nvSpPr>
        <p:spPr>
          <a:xfrm>
            <a:off x="586013" y="3809879"/>
            <a:ext cx="3239998" cy="90189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None/>
              <a:defRPr b="1" sz="6000">
                <a:solidFill>
                  <a:schemeClr val="dk1"/>
                </a:solidFill>
              </a:defRPr>
            </a:lvl1pPr>
            <a:lvl2pPr indent="-342900" lvl="1" marL="9144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 b="1"/>
            </a:lvl2pPr>
            <a:lvl3pPr indent="-342900" lvl="2" marL="1371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 b="1"/>
            </a:lvl3pPr>
            <a:lvl4pPr indent="-342900" lvl="3" marL="18288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 b="1"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b="1"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b="1"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b="1"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b="1"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b="1"/>
            </a:lvl9pPr>
          </a:lstStyle>
          <a:p/>
        </p:txBody>
      </p:sp>
      <p:sp>
        <p:nvSpPr>
          <p:cNvPr id="70" name="Google Shape;70;p63"/>
          <p:cNvSpPr txBox="1"/>
          <p:nvPr>
            <p:ph idx="9" type="body"/>
          </p:nvPr>
        </p:nvSpPr>
        <p:spPr>
          <a:xfrm>
            <a:off x="4376963" y="2350380"/>
            <a:ext cx="3240000" cy="108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indent="-342900" lvl="1" marL="9144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/>
            </a:lvl2pPr>
            <a:lvl3pPr indent="-342900" lvl="2" marL="1371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/>
            </a:lvl3pPr>
            <a:lvl4pPr indent="-342900" lvl="3" marL="18288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1" name="Google Shape;71;p63"/>
          <p:cNvSpPr txBox="1"/>
          <p:nvPr>
            <p:ph idx="13" type="body"/>
          </p:nvPr>
        </p:nvSpPr>
        <p:spPr>
          <a:xfrm>
            <a:off x="4376962" y="1382737"/>
            <a:ext cx="3239999" cy="90189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None/>
              <a:defRPr b="1" sz="6000">
                <a:solidFill>
                  <a:schemeClr val="dk1"/>
                </a:solidFill>
              </a:defRPr>
            </a:lvl1pPr>
            <a:lvl2pPr indent="-342900" lvl="1" marL="9144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 b="1"/>
            </a:lvl2pPr>
            <a:lvl3pPr indent="-342900" lvl="2" marL="1371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 b="1"/>
            </a:lvl3pPr>
            <a:lvl4pPr indent="-342900" lvl="3" marL="18288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 b="1"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b="1"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b="1"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b="1"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b="1"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b="1"/>
            </a:lvl9pPr>
          </a:lstStyle>
          <a:p/>
        </p:txBody>
      </p:sp>
      <p:sp>
        <p:nvSpPr>
          <p:cNvPr id="72" name="Google Shape;72;p63"/>
          <p:cNvSpPr txBox="1"/>
          <p:nvPr>
            <p:ph idx="14" type="body"/>
          </p:nvPr>
        </p:nvSpPr>
        <p:spPr>
          <a:xfrm>
            <a:off x="4376963" y="4790663"/>
            <a:ext cx="3240000" cy="108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indent="-342900" lvl="1" marL="9144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/>
            </a:lvl2pPr>
            <a:lvl3pPr indent="-342900" lvl="2" marL="1371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/>
            </a:lvl3pPr>
            <a:lvl4pPr indent="-342900" lvl="3" marL="18288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3" name="Google Shape;73;p63"/>
          <p:cNvSpPr txBox="1"/>
          <p:nvPr>
            <p:ph idx="15" type="body"/>
          </p:nvPr>
        </p:nvSpPr>
        <p:spPr>
          <a:xfrm>
            <a:off x="4376962" y="3809879"/>
            <a:ext cx="3239997" cy="90189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None/>
              <a:defRPr b="1" sz="6000">
                <a:solidFill>
                  <a:schemeClr val="dk1"/>
                </a:solidFill>
              </a:defRPr>
            </a:lvl1pPr>
            <a:lvl2pPr indent="-342900" lvl="1" marL="9144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 b="1"/>
            </a:lvl2pPr>
            <a:lvl3pPr indent="-342900" lvl="2" marL="1371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 b="1"/>
            </a:lvl3pPr>
            <a:lvl4pPr indent="-342900" lvl="3" marL="18288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 b="1"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b="1"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b="1"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b="1"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b="1"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b="1"/>
            </a:lvl9pPr>
          </a:lstStyle>
          <a:p/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таймлайн">
  <p:cSld name="1_таймлайн"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59"/>
          <p:cNvSpPr txBox="1"/>
          <p:nvPr>
            <p:ph type="title"/>
          </p:nvPr>
        </p:nvSpPr>
        <p:spPr>
          <a:xfrm>
            <a:off x="587375" y="584200"/>
            <a:ext cx="11017249" cy="125785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None/>
              <a:defRPr sz="50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pic>
        <p:nvPicPr>
          <p:cNvPr id="76" name="Google Shape;76;p59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587375" y="2966453"/>
            <a:ext cx="11017248" cy="72919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3 факта">
  <p:cSld name="3 факта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60"/>
          <p:cNvSpPr txBox="1"/>
          <p:nvPr>
            <p:ph idx="1" type="body"/>
          </p:nvPr>
        </p:nvSpPr>
        <p:spPr>
          <a:xfrm>
            <a:off x="587375" y="3485314"/>
            <a:ext cx="648208" cy="90189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None/>
              <a:defRPr b="1" sz="6000">
                <a:solidFill>
                  <a:schemeClr val="dk1"/>
                </a:solidFill>
              </a:defRPr>
            </a:lvl1pPr>
            <a:lvl2pPr indent="-342900" lvl="1" marL="9144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 b="1"/>
            </a:lvl2pPr>
            <a:lvl3pPr indent="-342900" lvl="2" marL="1371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 b="1"/>
            </a:lvl3pPr>
            <a:lvl4pPr indent="-342900" lvl="3" marL="18288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 b="1"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b="1"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b="1"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b="1"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b="1"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b="1"/>
            </a:lvl9pPr>
          </a:lstStyle>
          <a:p/>
        </p:txBody>
      </p:sp>
      <p:sp>
        <p:nvSpPr>
          <p:cNvPr id="79" name="Google Shape;79;p60"/>
          <p:cNvSpPr txBox="1"/>
          <p:nvPr>
            <p:ph idx="2" type="subTitle"/>
          </p:nvPr>
        </p:nvSpPr>
        <p:spPr>
          <a:xfrm>
            <a:off x="587375" y="4536369"/>
            <a:ext cx="2884941" cy="16283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>
                <a:solidFill>
                  <a:schemeClr val="dk1"/>
                </a:solidFill>
              </a:defRPr>
            </a:lvl1pPr>
            <a:lvl2pPr lvl="1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/>
        </p:txBody>
      </p:sp>
      <p:sp>
        <p:nvSpPr>
          <p:cNvPr id="80" name="Google Shape;80;p60"/>
          <p:cNvSpPr txBox="1"/>
          <p:nvPr>
            <p:ph idx="3" type="body"/>
          </p:nvPr>
        </p:nvSpPr>
        <p:spPr>
          <a:xfrm>
            <a:off x="4195798" y="4529684"/>
            <a:ext cx="2884488" cy="163616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indent="-342900" lvl="1" marL="9144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/>
            </a:lvl2pPr>
            <a:lvl3pPr indent="-342900" lvl="2" marL="1371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/>
            </a:lvl3pPr>
            <a:lvl4pPr indent="-342900" lvl="3" marL="18288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81" name="Google Shape;81;p60"/>
          <p:cNvSpPr txBox="1"/>
          <p:nvPr>
            <p:ph idx="4" type="body"/>
          </p:nvPr>
        </p:nvSpPr>
        <p:spPr>
          <a:xfrm>
            <a:off x="7793104" y="4529684"/>
            <a:ext cx="2884488" cy="163616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indent="-342900" lvl="1" marL="9144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/>
            </a:lvl2pPr>
            <a:lvl3pPr indent="-342900" lvl="2" marL="1371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/>
            </a:lvl3pPr>
            <a:lvl4pPr indent="-342900" lvl="3" marL="18288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82" name="Google Shape;82;p60"/>
          <p:cNvSpPr txBox="1"/>
          <p:nvPr>
            <p:ph idx="5" type="body"/>
          </p:nvPr>
        </p:nvSpPr>
        <p:spPr>
          <a:xfrm>
            <a:off x="4195798" y="3489182"/>
            <a:ext cx="648208" cy="90189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None/>
              <a:defRPr b="1" sz="6000">
                <a:solidFill>
                  <a:schemeClr val="dk1"/>
                </a:solidFill>
              </a:defRPr>
            </a:lvl1pPr>
            <a:lvl2pPr indent="-342900" lvl="1" marL="9144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 b="1"/>
            </a:lvl2pPr>
            <a:lvl3pPr indent="-342900" lvl="2" marL="1371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 b="1"/>
            </a:lvl3pPr>
            <a:lvl4pPr indent="-342900" lvl="3" marL="18288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 b="1"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b="1"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b="1"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b="1"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b="1"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b="1"/>
            </a:lvl9pPr>
          </a:lstStyle>
          <a:p/>
        </p:txBody>
      </p:sp>
      <p:sp>
        <p:nvSpPr>
          <p:cNvPr id="83" name="Google Shape;83;p60"/>
          <p:cNvSpPr txBox="1"/>
          <p:nvPr>
            <p:ph idx="6" type="body"/>
          </p:nvPr>
        </p:nvSpPr>
        <p:spPr>
          <a:xfrm>
            <a:off x="7804221" y="3489182"/>
            <a:ext cx="648208" cy="90189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None/>
              <a:defRPr b="1" sz="6000">
                <a:solidFill>
                  <a:schemeClr val="dk1"/>
                </a:solidFill>
              </a:defRPr>
            </a:lvl1pPr>
            <a:lvl2pPr indent="-342900" lvl="1" marL="9144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 b="1"/>
            </a:lvl2pPr>
            <a:lvl3pPr indent="-342900" lvl="2" marL="1371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 b="1"/>
            </a:lvl3pPr>
            <a:lvl4pPr indent="-342900" lvl="3" marL="18288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 b="1"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b="1"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b="1"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b="1"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b="1"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b="1"/>
            </a:lvl9pPr>
          </a:lstStyle>
          <a:p/>
        </p:txBody>
      </p:sp>
      <p:sp>
        <p:nvSpPr>
          <p:cNvPr id="84" name="Google Shape;84;p60"/>
          <p:cNvSpPr txBox="1"/>
          <p:nvPr>
            <p:ph type="title"/>
          </p:nvPr>
        </p:nvSpPr>
        <p:spPr>
          <a:xfrm>
            <a:off x="587375" y="584200"/>
            <a:ext cx="11017249" cy="125785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None/>
              <a:defRPr sz="50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4 факта классика">
  <p:cSld name="4 карточки факта_1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f4199bcb4c_2_299"/>
          <p:cNvSpPr txBox="1"/>
          <p:nvPr>
            <p:ph idx="1" type="body"/>
          </p:nvPr>
        </p:nvSpPr>
        <p:spPr>
          <a:xfrm>
            <a:off x="917625" y="2528888"/>
            <a:ext cx="648300" cy="787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None/>
              <a:defRPr b="1" sz="6000">
                <a:solidFill>
                  <a:schemeClr val="dk1"/>
                </a:solidFill>
              </a:defRPr>
            </a:lvl1pPr>
            <a:lvl2pPr indent="-342900" lvl="1" marL="9144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 b="1"/>
            </a:lvl2pPr>
            <a:lvl3pPr indent="-342900" lvl="2" marL="1371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 b="1"/>
            </a:lvl3pPr>
            <a:lvl4pPr indent="-342900" lvl="3" marL="18288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 b="1"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b="1"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b="1"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b="1"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b="1"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b="1"/>
            </a:lvl9pPr>
          </a:lstStyle>
          <a:p/>
        </p:txBody>
      </p:sp>
      <p:sp>
        <p:nvSpPr>
          <p:cNvPr id="87" name="Google Shape;87;g1f4199bcb4c_2_299"/>
          <p:cNvSpPr txBox="1"/>
          <p:nvPr>
            <p:ph type="title"/>
          </p:nvPr>
        </p:nvSpPr>
        <p:spPr>
          <a:xfrm>
            <a:off x="587375" y="584200"/>
            <a:ext cx="11017200" cy="1257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None/>
              <a:defRPr sz="50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"/>
              <a:buNone/>
              <a:defRPr>
                <a:latin typeface="Montserrat"/>
                <a:ea typeface="Montserrat"/>
                <a:cs typeface="Montserrat"/>
                <a:sym typeface="Montserrat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"/>
              <a:buNone/>
              <a:defRPr>
                <a:latin typeface="Montserrat"/>
                <a:ea typeface="Montserrat"/>
                <a:cs typeface="Montserrat"/>
                <a:sym typeface="Montserrat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"/>
              <a:buNone/>
              <a:defRPr>
                <a:latin typeface="Montserrat"/>
                <a:ea typeface="Montserrat"/>
                <a:cs typeface="Montserrat"/>
                <a:sym typeface="Montserrat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"/>
              <a:buNone/>
              <a:defRPr>
                <a:latin typeface="Montserrat"/>
                <a:ea typeface="Montserrat"/>
                <a:cs typeface="Montserrat"/>
                <a:sym typeface="Montserrat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"/>
              <a:buNone/>
              <a:defRPr>
                <a:latin typeface="Montserrat"/>
                <a:ea typeface="Montserrat"/>
                <a:cs typeface="Montserrat"/>
                <a:sym typeface="Montserrat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"/>
              <a:buNone/>
              <a:defRPr>
                <a:latin typeface="Montserrat"/>
                <a:ea typeface="Montserrat"/>
                <a:cs typeface="Montserrat"/>
                <a:sym typeface="Montserrat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"/>
              <a:buNone/>
              <a:defRPr>
                <a:latin typeface="Montserrat"/>
                <a:ea typeface="Montserrat"/>
                <a:cs typeface="Montserrat"/>
                <a:sym typeface="Montserrat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"/>
              <a:buNone/>
              <a:defRPr>
                <a:latin typeface="Montserrat"/>
                <a:ea typeface="Montserrat"/>
                <a:cs typeface="Montserrat"/>
                <a:sym typeface="Montserrat"/>
              </a:defRPr>
            </a:lvl9pPr>
          </a:lstStyle>
          <a:p/>
        </p:txBody>
      </p:sp>
      <p:sp>
        <p:nvSpPr>
          <p:cNvPr id="88" name="Google Shape;88;g1f4199bcb4c_2_299"/>
          <p:cNvSpPr txBox="1"/>
          <p:nvPr>
            <p:ph idx="2" type="body"/>
          </p:nvPr>
        </p:nvSpPr>
        <p:spPr>
          <a:xfrm>
            <a:off x="917625" y="4605025"/>
            <a:ext cx="648300" cy="787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None/>
              <a:defRPr b="1" sz="6000">
                <a:solidFill>
                  <a:schemeClr val="dk1"/>
                </a:solidFill>
              </a:defRPr>
            </a:lvl1pPr>
            <a:lvl2pPr indent="-342900" lvl="1" marL="9144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 b="1"/>
            </a:lvl2pPr>
            <a:lvl3pPr indent="-342900" lvl="2" marL="1371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 b="1"/>
            </a:lvl3pPr>
            <a:lvl4pPr indent="-342900" lvl="3" marL="18288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 b="1"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b="1"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b="1"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b="1"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b="1"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b="1"/>
            </a:lvl9pPr>
          </a:lstStyle>
          <a:p/>
        </p:txBody>
      </p:sp>
      <p:sp>
        <p:nvSpPr>
          <p:cNvPr id="89" name="Google Shape;89;g1f4199bcb4c_2_299"/>
          <p:cNvSpPr txBox="1"/>
          <p:nvPr>
            <p:ph idx="3" type="body"/>
          </p:nvPr>
        </p:nvSpPr>
        <p:spPr>
          <a:xfrm>
            <a:off x="6574122" y="4605025"/>
            <a:ext cx="648300" cy="787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None/>
              <a:defRPr b="1" sz="6000">
                <a:solidFill>
                  <a:schemeClr val="dk1"/>
                </a:solidFill>
              </a:defRPr>
            </a:lvl1pPr>
            <a:lvl2pPr indent="-342900" lvl="1" marL="9144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 b="1"/>
            </a:lvl2pPr>
            <a:lvl3pPr indent="-342900" lvl="2" marL="1371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 b="1"/>
            </a:lvl3pPr>
            <a:lvl4pPr indent="-342900" lvl="3" marL="18288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 b="1"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b="1"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b="1"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b="1"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b="1"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b="1"/>
            </a:lvl9pPr>
          </a:lstStyle>
          <a:p/>
        </p:txBody>
      </p:sp>
      <p:sp>
        <p:nvSpPr>
          <p:cNvPr id="90" name="Google Shape;90;g1f4199bcb4c_2_299"/>
          <p:cNvSpPr txBox="1"/>
          <p:nvPr>
            <p:ph idx="4" type="subTitle"/>
          </p:nvPr>
        </p:nvSpPr>
        <p:spPr>
          <a:xfrm>
            <a:off x="1716374" y="2528888"/>
            <a:ext cx="3852000" cy="108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>
                <a:solidFill>
                  <a:schemeClr val="dk1"/>
                </a:solidFill>
              </a:defRPr>
            </a:lvl1pPr>
            <a:lvl2pPr lvl="1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/>
        </p:txBody>
      </p:sp>
      <p:sp>
        <p:nvSpPr>
          <p:cNvPr id="91" name="Google Shape;91;g1f4199bcb4c_2_299"/>
          <p:cNvSpPr txBox="1"/>
          <p:nvPr>
            <p:ph idx="5" type="body"/>
          </p:nvPr>
        </p:nvSpPr>
        <p:spPr>
          <a:xfrm>
            <a:off x="6574122" y="2528888"/>
            <a:ext cx="648300" cy="787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None/>
              <a:defRPr b="1" sz="6000">
                <a:solidFill>
                  <a:schemeClr val="dk1"/>
                </a:solidFill>
              </a:defRPr>
            </a:lvl1pPr>
            <a:lvl2pPr indent="-342900" lvl="1" marL="9144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 b="1"/>
            </a:lvl2pPr>
            <a:lvl3pPr indent="-342900" lvl="2" marL="1371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 b="1"/>
            </a:lvl3pPr>
            <a:lvl4pPr indent="-342900" lvl="3" marL="18288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 b="1"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b="1"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b="1"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b="1"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b="1"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b="1"/>
            </a:lvl9pPr>
          </a:lstStyle>
          <a:p/>
        </p:txBody>
      </p:sp>
      <p:sp>
        <p:nvSpPr>
          <p:cNvPr id="92" name="Google Shape;92;g1f4199bcb4c_2_299"/>
          <p:cNvSpPr txBox="1"/>
          <p:nvPr/>
        </p:nvSpPr>
        <p:spPr>
          <a:xfrm>
            <a:off x="7427625" y="2528888"/>
            <a:ext cx="3840600" cy="1066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0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Geologica Light"/>
              <a:buNone/>
            </a:pPr>
            <a:r>
              <a:t/>
            </a:r>
            <a:endParaRPr b="0" i="0" sz="1600" u="none" cap="none" strike="noStrike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93" name="Google Shape;93;g1f4199bcb4c_2_299"/>
          <p:cNvSpPr txBox="1"/>
          <p:nvPr>
            <p:ph idx="6" type="body"/>
          </p:nvPr>
        </p:nvSpPr>
        <p:spPr>
          <a:xfrm>
            <a:off x="7360170" y="2536669"/>
            <a:ext cx="3852000" cy="108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0" spcFirstLastPara="1" rIns="0" wrap="square" tIns="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2pPr>
            <a:lvl3pPr indent="-228600" lvl="2" marL="1371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3pPr>
            <a:lvl4pPr indent="-228600" lvl="3" marL="18288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94" name="Google Shape;94;g1f4199bcb4c_2_299"/>
          <p:cNvSpPr txBox="1"/>
          <p:nvPr>
            <p:ph idx="7" type="body"/>
          </p:nvPr>
        </p:nvSpPr>
        <p:spPr>
          <a:xfrm>
            <a:off x="7360170" y="4605311"/>
            <a:ext cx="3852000" cy="108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0" spcFirstLastPara="1" rIns="0" wrap="square" tIns="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2pPr>
            <a:lvl3pPr indent="-228600" lvl="2" marL="1371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3pPr>
            <a:lvl4pPr indent="-228600" lvl="3" marL="18288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95" name="Google Shape;95;g1f4199bcb4c_2_299"/>
          <p:cNvSpPr txBox="1"/>
          <p:nvPr>
            <p:ph idx="8" type="body"/>
          </p:nvPr>
        </p:nvSpPr>
        <p:spPr>
          <a:xfrm>
            <a:off x="1716374" y="4605311"/>
            <a:ext cx="3852000" cy="108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0" spcFirstLastPara="1" rIns="0" wrap="square" tIns="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2pPr>
            <a:lvl3pPr indent="-228600" lvl="2" marL="1371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3pPr>
            <a:lvl4pPr indent="-228600" lvl="3" marL="18288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5 фактов">
  <p:cSld name="5 фактов">
    <p:spTree>
      <p:nvGrpSpPr>
        <p:cNvPr id="96" name="Shape 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Google Shape;97;p62"/>
          <p:cNvSpPr txBox="1"/>
          <p:nvPr>
            <p:ph idx="1" type="body"/>
          </p:nvPr>
        </p:nvSpPr>
        <p:spPr>
          <a:xfrm>
            <a:off x="4362301" y="3533709"/>
            <a:ext cx="3240000" cy="108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indent="-342900" lvl="1" marL="9144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/>
            </a:lvl2pPr>
            <a:lvl3pPr indent="-342900" lvl="2" marL="1371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/>
            </a:lvl3pPr>
            <a:lvl4pPr indent="-342900" lvl="3" marL="18288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98" name="Google Shape;98;p62"/>
          <p:cNvSpPr txBox="1"/>
          <p:nvPr>
            <p:ph idx="2" type="body"/>
          </p:nvPr>
        </p:nvSpPr>
        <p:spPr>
          <a:xfrm>
            <a:off x="8148863" y="4790663"/>
            <a:ext cx="3240000" cy="108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indent="-342900" lvl="1" marL="9144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/>
            </a:lvl2pPr>
            <a:lvl3pPr indent="-342900" lvl="2" marL="1371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/>
            </a:lvl3pPr>
            <a:lvl4pPr indent="-342900" lvl="3" marL="18288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99" name="Google Shape;99;p62"/>
          <p:cNvSpPr txBox="1"/>
          <p:nvPr>
            <p:ph idx="3" type="body"/>
          </p:nvPr>
        </p:nvSpPr>
        <p:spPr>
          <a:xfrm>
            <a:off x="4362302" y="2550355"/>
            <a:ext cx="648208" cy="90189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None/>
              <a:defRPr b="1" sz="6000">
                <a:solidFill>
                  <a:schemeClr val="dk1"/>
                </a:solidFill>
              </a:defRPr>
            </a:lvl1pPr>
            <a:lvl2pPr indent="-342900" lvl="1" marL="9144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 b="1"/>
            </a:lvl2pPr>
            <a:lvl3pPr indent="-342900" lvl="2" marL="1371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 b="1"/>
            </a:lvl3pPr>
            <a:lvl4pPr indent="-342900" lvl="3" marL="18288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 b="1"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b="1"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b="1"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b="1"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b="1"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b="1"/>
            </a:lvl9pPr>
          </a:lstStyle>
          <a:p/>
        </p:txBody>
      </p:sp>
      <p:sp>
        <p:nvSpPr>
          <p:cNvPr id="100" name="Google Shape;100;p62"/>
          <p:cNvSpPr txBox="1"/>
          <p:nvPr>
            <p:ph idx="4" type="body"/>
          </p:nvPr>
        </p:nvSpPr>
        <p:spPr>
          <a:xfrm>
            <a:off x="8148863" y="3809879"/>
            <a:ext cx="648208" cy="90189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Geologica"/>
              <a:buNone/>
              <a:defRPr sz="6000">
                <a:solidFill>
                  <a:schemeClr val="dk1"/>
                </a:solidFill>
                <a:latin typeface="Geologica"/>
                <a:ea typeface="Geologica"/>
                <a:cs typeface="Geologica"/>
                <a:sym typeface="Geologica"/>
              </a:defRPr>
            </a:lvl1pPr>
            <a:lvl2pPr indent="-342900" lvl="1" marL="9144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Font typeface="Geologica"/>
              <a:buChar char="⏤"/>
              <a:defRPr>
                <a:latin typeface="Geologica"/>
                <a:ea typeface="Geologica"/>
                <a:cs typeface="Geologica"/>
                <a:sym typeface="Geologica"/>
              </a:defRPr>
            </a:lvl2pPr>
            <a:lvl3pPr indent="-342900" lvl="2" marL="1371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Font typeface="Geologica"/>
              <a:buChar char="⏤"/>
              <a:defRPr>
                <a:latin typeface="Geologica"/>
                <a:ea typeface="Geologica"/>
                <a:cs typeface="Geologica"/>
                <a:sym typeface="Geologica"/>
              </a:defRPr>
            </a:lvl3pPr>
            <a:lvl4pPr indent="-342900" lvl="3" marL="18288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Font typeface="Geologica"/>
              <a:buChar char="⏤"/>
              <a:defRPr>
                <a:latin typeface="Geologica"/>
                <a:ea typeface="Geologica"/>
                <a:cs typeface="Geologica"/>
                <a:sym typeface="Geologica"/>
              </a:defRPr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Geologica"/>
              <a:buChar char="•"/>
              <a:defRPr>
                <a:latin typeface="Geologica"/>
                <a:ea typeface="Geologica"/>
                <a:cs typeface="Geologica"/>
                <a:sym typeface="Geologica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Geologica"/>
              <a:buChar char="•"/>
              <a:defRPr>
                <a:latin typeface="Geologica"/>
                <a:ea typeface="Geologica"/>
                <a:cs typeface="Geologica"/>
                <a:sym typeface="Geologica"/>
              </a:defRPr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Geologica"/>
              <a:buChar char="•"/>
              <a:defRPr>
                <a:latin typeface="Geologica"/>
                <a:ea typeface="Geologica"/>
                <a:cs typeface="Geologica"/>
                <a:sym typeface="Geologica"/>
              </a:defRPr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Geologica"/>
              <a:buChar char="•"/>
              <a:defRPr>
                <a:latin typeface="Geologica"/>
                <a:ea typeface="Geologica"/>
                <a:cs typeface="Geologica"/>
                <a:sym typeface="Geologica"/>
              </a:defRPr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Geologica"/>
              <a:buChar char="•"/>
              <a:defRPr>
                <a:latin typeface="Geologica"/>
                <a:ea typeface="Geologica"/>
                <a:cs typeface="Geologica"/>
                <a:sym typeface="Geologica"/>
              </a:defRPr>
            </a:lvl9pPr>
          </a:lstStyle>
          <a:p/>
        </p:txBody>
      </p:sp>
      <p:sp>
        <p:nvSpPr>
          <p:cNvPr id="101" name="Google Shape;101;p62"/>
          <p:cNvSpPr txBox="1"/>
          <p:nvPr>
            <p:ph idx="5" type="body"/>
          </p:nvPr>
        </p:nvSpPr>
        <p:spPr>
          <a:xfrm>
            <a:off x="8148863" y="2350380"/>
            <a:ext cx="3240000" cy="108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indent="-342900" lvl="1" marL="9144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/>
            </a:lvl2pPr>
            <a:lvl3pPr indent="-342900" lvl="2" marL="1371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/>
            </a:lvl3pPr>
            <a:lvl4pPr indent="-342900" lvl="3" marL="18288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02" name="Google Shape;102;p62"/>
          <p:cNvSpPr txBox="1"/>
          <p:nvPr>
            <p:ph idx="6" type="body"/>
          </p:nvPr>
        </p:nvSpPr>
        <p:spPr>
          <a:xfrm>
            <a:off x="8148863" y="1382737"/>
            <a:ext cx="648208" cy="90189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6000"/>
              <a:buNone/>
              <a:defRPr b="1" sz="6000">
                <a:solidFill>
                  <a:schemeClr val="dk1"/>
                </a:solidFill>
              </a:defRPr>
            </a:lvl1pPr>
            <a:lvl2pPr indent="-342900" lvl="1" marL="9144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 b="1"/>
            </a:lvl2pPr>
            <a:lvl3pPr indent="-342900" lvl="2" marL="1371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 b="1"/>
            </a:lvl3pPr>
            <a:lvl4pPr indent="-342900" lvl="3" marL="18288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 b="1"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b="1"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b="1"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b="1"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b="1"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b="1"/>
            </a:lvl9pPr>
          </a:lstStyle>
          <a:p/>
        </p:txBody>
      </p:sp>
      <p:sp>
        <p:nvSpPr>
          <p:cNvPr id="103" name="Google Shape;103;p62"/>
          <p:cNvSpPr txBox="1"/>
          <p:nvPr>
            <p:ph type="title"/>
          </p:nvPr>
        </p:nvSpPr>
        <p:spPr>
          <a:xfrm>
            <a:off x="587375" y="584200"/>
            <a:ext cx="11017249" cy="66021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None/>
              <a:defRPr sz="50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Geologica"/>
              <a:buNone/>
              <a:defRPr b="0">
                <a:latin typeface="Geologica"/>
                <a:ea typeface="Geologica"/>
                <a:cs typeface="Geologica"/>
                <a:sym typeface="Geologica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Geologica"/>
              <a:buNone/>
              <a:defRPr b="0">
                <a:latin typeface="Geologica"/>
                <a:ea typeface="Geologica"/>
                <a:cs typeface="Geologica"/>
                <a:sym typeface="Geologica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Geologica"/>
              <a:buNone/>
              <a:defRPr b="0">
                <a:latin typeface="Geologica"/>
                <a:ea typeface="Geologica"/>
                <a:cs typeface="Geologica"/>
                <a:sym typeface="Geologica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Geologica"/>
              <a:buNone/>
              <a:defRPr b="0">
                <a:latin typeface="Geologica"/>
                <a:ea typeface="Geologica"/>
                <a:cs typeface="Geologica"/>
                <a:sym typeface="Geologica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Geologica"/>
              <a:buNone/>
              <a:defRPr b="0">
                <a:latin typeface="Geologica"/>
                <a:ea typeface="Geologica"/>
                <a:cs typeface="Geologica"/>
                <a:sym typeface="Geologica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Geologica"/>
              <a:buNone/>
              <a:defRPr b="0">
                <a:latin typeface="Geologica"/>
                <a:ea typeface="Geologica"/>
                <a:cs typeface="Geologica"/>
                <a:sym typeface="Geologica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Geologica"/>
              <a:buNone/>
              <a:defRPr b="0">
                <a:latin typeface="Geologica"/>
                <a:ea typeface="Geologica"/>
                <a:cs typeface="Geologica"/>
                <a:sym typeface="Geologica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Geologica"/>
              <a:buNone/>
              <a:defRPr b="0">
                <a:latin typeface="Geologica"/>
                <a:ea typeface="Geologica"/>
                <a:cs typeface="Geologica"/>
                <a:sym typeface="Geologica"/>
              </a:defRPr>
            </a:lvl9pPr>
          </a:lstStyle>
          <a:p/>
        </p:txBody>
      </p:sp>
      <p:sp>
        <p:nvSpPr>
          <p:cNvPr id="104" name="Google Shape;104;p62"/>
          <p:cNvSpPr txBox="1"/>
          <p:nvPr>
            <p:ph idx="7" type="body"/>
          </p:nvPr>
        </p:nvSpPr>
        <p:spPr>
          <a:xfrm>
            <a:off x="586013" y="2350380"/>
            <a:ext cx="3240000" cy="108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indent="-342900" lvl="1" marL="9144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/>
            </a:lvl2pPr>
            <a:lvl3pPr indent="-342900" lvl="2" marL="1371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/>
            </a:lvl3pPr>
            <a:lvl4pPr indent="-342900" lvl="3" marL="18288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05" name="Google Shape;105;p62"/>
          <p:cNvSpPr txBox="1"/>
          <p:nvPr>
            <p:ph idx="8" type="body"/>
          </p:nvPr>
        </p:nvSpPr>
        <p:spPr>
          <a:xfrm>
            <a:off x="586013" y="1382737"/>
            <a:ext cx="648208" cy="90189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None/>
              <a:defRPr b="1" sz="6000">
                <a:solidFill>
                  <a:schemeClr val="dk1"/>
                </a:solidFill>
              </a:defRPr>
            </a:lvl1pPr>
            <a:lvl2pPr indent="-342900" lvl="1" marL="9144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 b="1"/>
            </a:lvl2pPr>
            <a:lvl3pPr indent="-342900" lvl="2" marL="1371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 b="1"/>
            </a:lvl3pPr>
            <a:lvl4pPr indent="-342900" lvl="3" marL="18288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 b="1"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b="1"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b="1"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b="1"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b="1"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b="1"/>
            </a:lvl9pPr>
          </a:lstStyle>
          <a:p/>
        </p:txBody>
      </p:sp>
      <p:sp>
        <p:nvSpPr>
          <p:cNvPr id="106" name="Google Shape;106;p62"/>
          <p:cNvSpPr txBox="1"/>
          <p:nvPr>
            <p:ph idx="9" type="body"/>
          </p:nvPr>
        </p:nvSpPr>
        <p:spPr>
          <a:xfrm>
            <a:off x="586013" y="4790663"/>
            <a:ext cx="3240000" cy="108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indent="-342900" lvl="1" marL="9144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/>
            </a:lvl2pPr>
            <a:lvl3pPr indent="-342900" lvl="2" marL="1371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/>
            </a:lvl3pPr>
            <a:lvl4pPr indent="-342900" lvl="3" marL="18288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07" name="Google Shape;107;p62"/>
          <p:cNvSpPr txBox="1"/>
          <p:nvPr>
            <p:ph idx="13" type="body"/>
          </p:nvPr>
        </p:nvSpPr>
        <p:spPr>
          <a:xfrm>
            <a:off x="586013" y="3809879"/>
            <a:ext cx="648208" cy="90189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Geologica"/>
              <a:buNone/>
              <a:defRPr sz="6000">
                <a:solidFill>
                  <a:schemeClr val="dk1"/>
                </a:solidFill>
                <a:latin typeface="Geologica"/>
                <a:ea typeface="Geologica"/>
                <a:cs typeface="Geologica"/>
                <a:sym typeface="Geologica"/>
              </a:defRPr>
            </a:lvl1pPr>
            <a:lvl2pPr indent="-342900" lvl="1" marL="9144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Font typeface="Geologica"/>
              <a:buChar char="⏤"/>
              <a:defRPr>
                <a:latin typeface="Geologica"/>
                <a:ea typeface="Geologica"/>
                <a:cs typeface="Geologica"/>
                <a:sym typeface="Geologica"/>
              </a:defRPr>
            </a:lvl2pPr>
            <a:lvl3pPr indent="-342900" lvl="2" marL="1371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Font typeface="Geologica"/>
              <a:buChar char="⏤"/>
              <a:defRPr>
                <a:latin typeface="Geologica"/>
                <a:ea typeface="Geologica"/>
                <a:cs typeface="Geologica"/>
                <a:sym typeface="Geologica"/>
              </a:defRPr>
            </a:lvl3pPr>
            <a:lvl4pPr indent="-342900" lvl="3" marL="18288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Font typeface="Geologica"/>
              <a:buChar char="⏤"/>
              <a:defRPr>
                <a:latin typeface="Geologica"/>
                <a:ea typeface="Geologica"/>
                <a:cs typeface="Geologica"/>
                <a:sym typeface="Geologica"/>
              </a:defRPr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Geologica"/>
              <a:buChar char="•"/>
              <a:defRPr>
                <a:latin typeface="Geologica"/>
                <a:ea typeface="Geologica"/>
                <a:cs typeface="Geologica"/>
                <a:sym typeface="Geologica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Geologica"/>
              <a:buChar char="•"/>
              <a:defRPr>
                <a:latin typeface="Geologica"/>
                <a:ea typeface="Geologica"/>
                <a:cs typeface="Geologica"/>
                <a:sym typeface="Geologica"/>
              </a:defRPr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Geologica"/>
              <a:buChar char="•"/>
              <a:defRPr>
                <a:latin typeface="Geologica"/>
                <a:ea typeface="Geologica"/>
                <a:cs typeface="Geologica"/>
                <a:sym typeface="Geologica"/>
              </a:defRPr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Geologica"/>
              <a:buChar char="•"/>
              <a:defRPr>
                <a:latin typeface="Geologica"/>
                <a:ea typeface="Geologica"/>
                <a:cs typeface="Geologica"/>
                <a:sym typeface="Geologica"/>
              </a:defRPr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Geologica"/>
              <a:buChar char="•"/>
              <a:defRPr>
                <a:latin typeface="Geologica"/>
                <a:ea typeface="Geologica"/>
                <a:cs typeface="Geologica"/>
                <a:sym typeface="Geologica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3 иконки">
  <p:cSld name="3 иконки">
    <p:spTree>
      <p:nvGrpSpPr>
        <p:cNvPr id="108" name="Shape 1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" name="Google Shape;109;p64"/>
          <p:cNvSpPr txBox="1"/>
          <p:nvPr>
            <p:ph idx="1" type="subTitle"/>
          </p:nvPr>
        </p:nvSpPr>
        <p:spPr>
          <a:xfrm>
            <a:off x="587375" y="4536369"/>
            <a:ext cx="2884941" cy="16283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>
                <a:solidFill>
                  <a:schemeClr val="dk1"/>
                </a:solidFill>
              </a:defRPr>
            </a:lvl1pPr>
            <a:lvl2pPr lvl="1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/>
        </p:txBody>
      </p:sp>
      <p:sp>
        <p:nvSpPr>
          <p:cNvPr id="110" name="Google Shape;110;p64"/>
          <p:cNvSpPr txBox="1"/>
          <p:nvPr>
            <p:ph idx="2" type="body"/>
          </p:nvPr>
        </p:nvSpPr>
        <p:spPr>
          <a:xfrm>
            <a:off x="4195798" y="4529684"/>
            <a:ext cx="2884488" cy="163616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indent="-330200" lvl="1" marL="9144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600"/>
              <a:buChar char="⏤"/>
              <a:defRPr sz="1600"/>
            </a:lvl2pPr>
            <a:lvl3pPr indent="-330200" lvl="2" marL="1371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600"/>
              <a:buChar char="⏤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600"/>
              <a:buChar char="⏤"/>
              <a:defRPr/>
            </a:lvl4pPr>
            <a:lvl5pPr indent="-3302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111" name="Google Shape;111;p64"/>
          <p:cNvSpPr txBox="1"/>
          <p:nvPr>
            <p:ph idx="3" type="body"/>
          </p:nvPr>
        </p:nvSpPr>
        <p:spPr>
          <a:xfrm>
            <a:off x="7793104" y="4529684"/>
            <a:ext cx="2884488" cy="163616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indent="-330200" lvl="1" marL="9144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600"/>
              <a:buChar char="⏤"/>
              <a:defRPr sz="1600"/>
            </a:lvl2pPr>
            <a:lvl3pPr indent="-330200" lvl="2" marL="1371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600"/>
              <a:buChar char="⏤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600"/>
              <a:buChar char="⏤"/>
              <a:defRPr/>
            </a:lvl4pPr>
            <a:lvl5pPr indent="-3302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112" name="Google Shape;112;p64"/>
          <p:cNvSpPr/>
          <p:nvPr>
            <p:ph idx="4" type="pic"/>
          </p:nvPr>
        </p:nvSpPr>
        <p:spPr>
          <a:xfrm>
            <a:off x="587375" y="3652127"/>
            <a:ext cx="540000" cy="540000"/>
          </a:xfrm>
          <a:prstGeom prst="rect">
            <a:avLst/>
          </a:prstGeom>
          <a:noFill/>
          <a:ln>
            <a:noFill/>
          </a:ln>
        </p:spPr>
      </p:sp>
      <p:sp>
        <p:nvSpPr>
          <p:cNvPr id="113" name="Google Shape;113;p64"/>
          <p:cNvSpPr/>
          <p:nvPr>
            <p:ph idx="5" type="pic"/>
          </p:nvPr>
        </p:nvSpPr>
        <p:spPr>
          <a:xfrm>
            <a:off x="4185341" y="3652127"/>
            <a:ext cx="540000" cy="540000"/>
          </a:xfrm>
          <a:prstGeom prst="rect">
            <a:avLst/>
          </a:prstGeom>
          <a:noFill/>
          <a:ln>
            <a:noFill/>
          </a:ln>
        </p:spPr>
      </p:sp>
      <p:sp>
        <p:nvSpPr>
          <p:cNvPr id="114" name="Google Shape;114;p64"/>
          <p:cNvSpPr/>
          <p:nvPr>
            <p:ph idx="6" type="pic"/>
          </p:nvPr>
        </p:nvSpPr>
        <p:spPr>
          <a:xfrm>
            <a:off x="7770054" y="3652127"/>
            <a:ext cx="540000" cy="540000"/>
          </a:xfrm>
          <a:prstGeom prst="rect">
            <a:avLst/>
          </a:prstGeom>
          <a:noFill/>
          <a:ln>
            <a:noFill/>
          </a:ln>
        </p:spPr>
      </p:sp>
      <p:sp>
        <p:nvSpPr>
          <p:cNvPr id="115" name="Google Shape;115;p64"/>
          <p:cNvSpPr txBox="1"/>
          <p:nvPr>
            <p:ph type="title"/>
          </p:nvPr>
        </p:nvSpPr>
        <p:spPr>
          <a:xfrm>
            <a:off x="587375" y="584200"/>
            <a:ext cx="11017249" cy="125785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None/>
              <a:defRPr sz="50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4 иконки на слайде">
  <p:cSld name="4 иконки на слайде"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65"/>
          <p:cNvSpPr txBox="1"/>
          <p:nvPr>
            <p:ph idx="1" type="body"/>
          </p:nvPr>
        </p:nvSpPr>
        <p:spPr>
          <a:xfrm>
            <a:off x="1378204" y="3089950"/>
            <a:ext cx="4006827" cy="40892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i="0" sz="2000"/>
            </a:lvl1pPr>
            <a:lvl2pPr indent="-342900" lvl="1" marL="9144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 b="1"/>
            </a:lvl2pPr>
            <a:lvl3pPr indent="-342900" lvl="2" marL="1371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 b="1"/>
            </a:lvl3pPr>
            <a:lvl4pPr indent="-342900" lvl="3" marL="18288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 b="1"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b="1"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b="1"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b="1"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b="1"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b="1"/>
            </a:lvl9pPr>
          </a:lstStyle>
          <a:p/>
        </p:txBody>
      </p:sp>
      <p:sp>
        <p:nvSpPr>
          <p:cNvPr id="118" name="Google Shape;118;p65"/>
          <p:cNvSpPr/>
          <p:nvPr>
            <p:ph idx="2" type="pic"/>
          </p:nvPr>
        </p:nvSpPr>
        <p:spPr>
          <a:xfrm>
            <a:off x="587375" y="3089950"/>
            <a:ext cx="540000" cy="540000"/>
          </a:xfrm>
          <a:prstGeom prst="rect">
            <a:avLst/>
          </a:prstGeom>
          <a:noFill/>
          <a:ln>
            <a:noFill/>
          </a:ln>
        </p:spPr>
      </p:sp>
      <p:sp>
        <p:nvSpPr>
          <p:cNvPr id="119" name="Google Shape;119;p65"/>
          <p:cNvSpPr txBox="1"/>
          <p:nvPr>
            <p:ph idx="3" type="body"/>
          </p:nvPr>
        </p:nvSpPr>
        <p:spPr>
          <a:xfrm>
            <a:off x="1378204" y="4647081"/>
            <a:ext cx="4006827" cy="40892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i="0" sz="2000"/>
            </a:lvl1pPr>
            <a:lvl2pPr indent="-342900" lvl="1" marL="9144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 b="1"/>
            </a:lvl2pPr>
            <a:lvl3pPr indent="-342900" lvl="2" marL="1371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 b="1"/>
            </a:lvl3pPr>
            <a:lvl4pPr indent="-342900" lvl="3" marL="18288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 b="1"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b="1"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b="1"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b="1"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b="1"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b="1"/>
            </a:lvl9pPr>
          </a:lstStyle>
          <a:p/>
        </p:txBody>
      </p:sp>
      <p:sp>
        <p:nvSpPr>
          <p:cNvPr id="120" name="Google Shape;120;p65"/>
          <p:cNvSpPr/>
          <p:nvPr>
            <p:ph idx="4" type="pic"/>
          </p:nvPr>
        </p:nvSpPr>
        <p:spPr>
          <a:xfrm>
            <a:off x="587375" y="4647081"/>
            <a:ext cx="540000" cy="540000"/>
          </a:xfrm>
          <a:prstGeom prst="rect">
            <a:avLst/>
          </a:prstGeom>
          <a:noFill/>
          <a:ln>
            <a:noFill/>
          </a:ln>
        </p:spPr>
      </p:sp>
      <p:sp>
        <p:nvSpPr>
          <p:cNvPr id="121" name="Google Shape;121;p65"/>
          <p:cNvSpPr txBox="1"/>
          <p:nvPr>
            <p:ph idx="5" type="body"/>
          </p:nvPr>
        </p:nvSpPr>
        <p:spPr>
          <a:xfrm>
            <a:off x="1379533" y="5098643"/>
            <a:ext cx="4005498" cy="609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2pPr>
            <a:lvl3pPr indent="-228600" lvl="2" marL="1371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3pPr>
            <a:lvl4pPr indent="-228600" lvl="3" marL="18288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22" name="Google Shape;122;p65"/>
          <p:cNvSpPr txBox="1"/>
          <p:nvPr>
            <p:ph idx="6" type="body"/>
          </p:nvPr>
        </p:nvSpPr>
        <p:spPr>
          <a:xfrm>
            <a:off x="7162778" y="3089950"/>
            <a:ext cx="4006827" cy="40892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i="0" sz="2000"/>
            </a:lvl1pPr>
            <a:lvl2pPr indent="-342900" lvl="1" marL="9144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 b="1"/>
            </a:lvl2pPr>
            <a:lvl3pPr indent="-342900" lvl="2" marL="1371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 b="1"/>
            </a:lvl3pPr>
            <a:lvl4pPr indent="-342900" lvl="3" marL="18288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 b="1"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b="1"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b="1"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b="1"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b="1"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b="1"/>
            </a:lvl9pPr>
          </a:lstStyle>
          <a:p/>
        </p:txBody>
      </p:sp>
      <p:sp>
        <p:nvSpPr>
          <p:cNvPr id="123" name="Google Shape;123;p65"/>
          <p:cNvSpPr/>
          <p:nvPr>
            <p:ph idx="7" type="pic"/>
          </p:nvPr>
        </p:nvSpPr>
        <p:spPr>
          <a:xfrm>
            <a:off x="6371949" y="3089950"/>
            <a:ext cx="540000" cy="540000"/>
          </a:xfrm>
          <a:prstGeom prst="rect">
            <a:avLst/>
          </a:prstGeom>
          <a:noFill/>
          <a:ln>
            <a:noFill/>
          </a:ln>
        </p:spPr>
      </p:sp>
      <p:sp>
        <p:nvSpPr>
          <p:cNvPr id="124" name="Google Shape;124;p65"/>
          <p:cNvSpPr txBox="1"/>
          <p:nvPr>
            <p:ph idx="8" type="body"/>
          </p:nvPr>
        </p:nvSpPr>
        <p:spPr>
          <a:xfrm>
            <a:off x="7162778" y="4647081"/>
            <a:ext cx="4006827" cy="40892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i="0" sz="2000"/>
            </a:lvl1pPr>
            <a:lvl2pPr indent="-342900" lvl="1" marL="9144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 b="1"/>
            </a:lvl2pPr>
            <a:lvl3pPr indent="-342900" lvl="2" marL="1371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 b="1"/>
            </a:lvl3pPr>
            <a:lvl4pPr indent="-342900" lvl="3" marL="18288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 b="1"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b="1"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b="1"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b="1"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b="1"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b="1"/>
            </a:lvl9pPr>
          </a:lstStyle>
          <a:p/>
        </p:txBody>
      </p:sp>
      <p:sp>
        <p:nvSpPr>
          <p:cNvPr id="125" name="Google Shape;125;p65"/>
          <p:cNvSpPr/>
          <p:nvPr>
            <p:ph idx="9" type="pic"/>
          </p:nvPr>
        </p:nvSpPr>
        <p:spPr>
          <a:xfrm>
            <a:off x="6371949" y="4647081"/>
            <a:ext cx="540000" cy="540000"/>
          </a:xfrm>
          <a:prstGeom prst="rect">
            <a:avLst/>
          </a:prstGeom>
          <a:noFill/>
          <a:ln>
            <a:noFill/>
          </a:ln>
        </p:spPr>
      </p:sp>
      <p:sp>
        <p:nvSpPr>
          <p:cNvPr id="126" name="Google Shape;126;p65"/>
          <p:cNvSpPr txBox="1"/>
          <p:nvPr>
            <p:ph idx="13" type="body"/>
          </p:nvPr>
        </p:nvSpPr>
        <p:spPr>
          <a:xfrm>
            <a:off x="7164107" y="5098643"/>
            <a:ext cx="4005498" cy="609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2pPr>
            <a:lvl3pPr indent="-228600" lvl="2" marL="1371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3pPr>
            <a:lvl4pPr indent="-228600" lvl="3" marL="18288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27" name="Google Shape;127;p65"/>
          <p:cNvSpPr txBox="1"/>
          <p:nvPr>
            <p:ph idx="14" type="body"/>
          </p:nvPr>
        </p:nvSpPr>
        <p:spPr>
          <a:xfrm>
            <a:off x="7164107" y="3541015"/>
            <a:ext cx="4005498" cy="609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2pPr>
            <a:lvl3pPr indent="-228600" lvl="2" marL="1371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3pPr>
            <a:lvl4pPr indent="-228600" lvl="3" marL="18288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28" name="Google Shape;128;p65"/>
          <p:cNvSpPr txBox="1"/>
          <p:nvPr>
            <p:ph type="title"/>
          </p:nvPr>
        </p:nvSpPr>
        <p:spPr>
          <a:xfrm>
            <a:off x="587375" y="584200"/>
            <a:ext cx="11017249" cy="125785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None/>
              <a:defRPr sz="50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Geologica Medium"/>
              <a:buNone/>
              <a:defRPr>
                <a:latin typeface="Geologica Medium"/>
                <a:ea typeface="Geologica Medium"/>
                <a:cs typeface="Geologica Medium"/>
                <a:sym typeface="Geologica Medium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Geologica Medium"/>
              <a:buNone/>
              <a:defRPr>
                <a:latin typeface="Geologica Medium"/>
                <a:ea typeface="Geologica Medium"/>
                <a:cs typeface="Geologica Medium"/>
                <a:sym typeface="Geologica Medium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Geologica Medium"/>
              <a:buNone/>
              <a:defRPr>
                <a:latin typeface="Geologica Medium"/>
                <a:ea typeface="Geologica Medium"/>
                <a:cs typeface="Geologica Medium"/>
                <a:sym typeface="Geologica Medium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Geologica Medium"/>
              <a:buNone/>
              <a:defRPr>
                <a:latin typeface="Geologica Medium"/>
                <a:ea typeface="Geologica Medium"/>
                <a:cs typeface="Geologica Medium"/>
                <a:sym typeface="Geologica Medium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Geologica Medium"/>
              <a:buNone/>
              <a:defRPr>
                <a:latin typeface="Geologica Medium"/>
                <a:ea typeface="Geologica Medium"/>
                <a:cs typeface="Geologica Medium"/>
                <a:sym typeface="Geologica Medium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Geologica Medium"/>
              <a:buNone/>
              <a:defRPr>
                <a:latin typeface="Geologica Medium"/>
                <a:ea typeface="Geologica Medium"/>
                <a:cs typeface="Geologica Medium"/>
                <a:sym typeface="Geologica Medium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Geologica Medium"/>
              <a:buNone/>
              <a:defRPr>
                <a:latin typeface="Geologica Medium"/>
                <a:ea typeface="Geologica Medium"/>
                <a:cs typeface="Geologica Medium"/>
                <a:sym typeface="Geologica Medium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Geologica Medium"/>
              <a:buNone/>
              <a:defRPr>
                <a:latin typeface="Geologica Medium"/>
                <a:ea typeface="Geologica Medium"/>
                <a:cs typeface="Geologica Medium"/>
                <a:sym typeface="Geologica Medium"/>
              </a:defRPr>
            </a:lvl9pPr>
          </a:lstStyle>
          <a:p/>
        </p:txBody>
      </p:sp>
      <p:sp>
        <p:nvSpPr>
          <p:cNvPr id="129" name="Google Shape;129;p65"/>
          <p:cNvSpPr txBox="1"/>
          <p:nvPr>
            <p:ph idx="15" type="body"/>
          </p:nvPr>
        </p:nvSpPr>
        <p:spPr>
          <a:xfrm>
            <a:off x="1375198" y="3541015"/>
            <a:ext cx="4005498" cy="609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2pPr>
            <a:lvl3pPr indent="-228600" lvl="2" marL="1371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3pPr>
            <a:lvl4pPr indent="-228600" lvl="3" marL="18288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6 линейных иконок на слайде">
  <p:cSld name="6 иконок на слайде"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6"/>
          <p:cNvSpPr/>
          <p:nvPr>
            <p:ph idx="2" type="pic"/>
          </p:nvPr>
        </p:nvSpPr>
        <p:spPr>
          <a:xfrm>
            <a:off x="587375" y="2904623"/>
            <a:ext cx="540000" cy="540000"/>
          </a:xfrm>
          <a:prstGeom prst="rect">
            <a:avLst/>
          </a:prstGeom>
          <a:noFill/>
          <a:ln>
            <a:noFill/>
          </a:ln>
        </p:spPr>
      </p:sp>
      <p:sp>
        <p:nvSpPr>
          <p:cNvPr id="132" name="Google Shape;132;p66"/>
          <p:cNvSpPr/>
          <p:nvPr>
            <p:ph idx="3" type="pic"/>
          </p:nvPr>
        </p:nvSpPr>
        <p:spPr>
          <a:xfrm>
            <a:off x="587375" y="4242236"/>
            <a:ext cx="540000" cy="540000"/>
          </a:xfrm>
          <a:prstGeom prst="rect">
            <a:avLst/>
          </a:prstGeom>
          <a:noFill/>
          <a:ln>
            <a:noFill/>
          </a:ln>
        </p:spPr>
      </p:sp>
      <p:sp>
        <p:nvSpPr>
          <p:cNvPr id="133" name="Google Shape;133;p66"/>
          <p:cNvSpPr txBox="1"/>
          <p:nvPr>
            <p:ph idx="1" type="body"/>
          </p:nvPr>
        </p:nvSpPr>
        <p:spPr>
          <a:xfrm>
            <a:off x="1379533" y="4242236"/>
            <a:ext cx="4005600" cy="609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2pPr>
            <a:lvl3pPr indent="-228600" lvl="2" marL="1371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3pPr>
            <a:lvl4pPr indent="-228600" lvl="3" marL="18288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134" name="Google Shape;134;p66"/>
          <p:cNvSpPr/>
          <p:nvPr>
            <p:ph idx="4" type="pic"/>
          </p:nvPr>
        </p:nvSpPr>
        <p:spPr>
          <a:xfrm>
            <a:off x="6371949" y="2904623"/>
            <a:ext cx="540000" cy="540000"/>
          </a:xfrm>
          <a:prstGeom prst="rect">
            <a:avLst/>
          </a:prstGeom>
          <a:noFill/>
          <a:ln>
            <a:noFill/>
          </a:ln>
        </p:spPr>
      </p:sp>
      <p:sp>
        <p:nvSpPr>
          <p:cNvPr id="135" name="Google Shape;135;p66"/>
          <p:cNvSpPr/>
          <p:nvPr>
            <p:ph idx="5" type="pic"/>
          </p:nvPr>
        </p:nvSpPr>
        <p:spPr>
          <a:xfrm>
            <a:off x="6371949" y="4242236"/>
            <a:ext cx="540000" cy="540000"/>
          </a:xfrm>
          <a:prstGeom prst="rect">
            <a:avLst/>
          </a:prstGeom>
          <a:noFill/>
          <a:ln>
            <a:noFill/>
          </a:ln>
        </p:spPr>
      </p:sp>
      <p:sp>
        <p:nvSpPr>
          <p:cNvPr id="136" name="Google Shape;136;p66"/>
          <p:cNvSpPr txBox="1"/>
          <p:nvPr>
            <p:ph idx="6" type="body"/>
          </p:nvPr>
        </p:nvSpPr>
        <p:spPr>
          <a:xfrm>
            <a:off x="7164107" y="4242236"/>
            <a:ext cx="4005600" cy="609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2pPr>
            <a:lvl3pPr indent="-228600" lvl="2" marL="1371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3pPr>
            <a:lvl4pPr indent="-228600" lvl="3" marL="18288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137" name="Google Shape;137;p66"/>
          <p:cNvSpPr txBox="1"/>
          <p:nvPr>
            <p:ph idx="7" type="body"/>
          </p:nvPr>
        </p:nvSpPr>
        <p:spPr>
          <a:xfrm>
            <a:off x="7164107" y="2904623"/>
            <a:ext cx="4005498" cy="609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2pPr>
            <a:lvl3pPr indent="-228600" lvl="2" marL="1371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3pPr>
            <a:lvl4pPr indent="-228600" lvl="3" marL="18288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138" name="Google Shape;138;p66"/>
          <p:cNvSpPr/>
          <p:nvPr>
            <p:ph idx="8" type="pic"/>
          </p:nvPr>
        </p:nvSpPr>
        <p:spPr>
          <a:xfrm>
            <a:off x="587375" y="5556250"/>
            <a:ext cx="540000" cy="540000"/>
          </a:xfrm>
          <a:prstGeom prst="rect">
            <a:avLst/>
          </a:prstGeom>
          <a:noFill/>
          <a:ln>
            <a:noFill/>
          </a:ln>
        </p:spPr>
      </p:sp>
      <p:sp>
        <p:nvSpPr>
          <p:cNvPr id="139" name="Google Shape;139;p66"/>
          <p:cNvSpPr txBox="1"/>
          <p:nvPr>
            <p:ph idx="9" type="body"/>
          </p:nvPr>
        </p:nvSpPr>
        <p:spPr>
          <a:xfrm>
            <a:off x="1379533" y="5556250"/>
            <a:ext cx="4005600" cy="609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2pPr>
            <a:lvl3pPr indent="-228600" lvl="2" marL="1371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3pPr>
            <a:lvl4pPr indent="-228600" lvl="3" marL="18288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140" name="Google Shape;140;p66"/>
          <p:cNvSpPr/>
          <p:nvPr>
            <p:ph idx="13" type="pic"/>
          </p:nvPr>
        </p:nvSpPr>
        <p:spPr>
          <a:xfrm>
            <a:off x="6371949" y="5556250"/>
            <a:ext cx="540000" cy="540000"/>
          </a:xfrm>
          <a:prstGeom prst="rect">
            <a:avLst/>
          </a:prstGeom>
          <a:noFill/>
          <a:ln>
            <a:noFill/>
          </a:ln>
        </p:spPr>
      </p:sp>
      <p:sp>
        <p:nvSpPr>
          <p:cNvPr id="141" name="Google Shape;141;p66"/>
          <p:cNvSpPr txBox="1"/>
          <p:nvPr>
            <p:ph idx="14" type="body"/>
          </p:nvPr>
        </p:nvSpPr>
        <p:spPr>
          <a:xfrm>
            <a:off x="7164107" y="5556250"/>
            <a:ext cx="4005600" cy="609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2pPr>
            <a:lvl3pPr indent="-228600" lvl="2" marL="1371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3pPr>
            <a:lvl4pPr indent="-228600" lvl="3" marL="18288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142" name="Google Shape;142;p66"/>
          <p:cNvSpPr txBox="1"/>
          <p:nvPr>
            <p:ph type="title"/>
          </p:nvPr>
        </p:nvSpPr>
        <p:spPr>
          <a:xfrm>
            <a:off x="587375" y="584200"/>
            <a:ext cx="11017249" cy="125785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None/>
              <a:defRPr sz="50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43" name="Google Shape;143;p66"/>
          <p:cNvSpPr txBox="1"/>
          <p:nvPr>
            <p:ph idx="15" type="body"/>
          </p:nvPr>
        </p:nvSpPr>
        <p:spPr>
          <a:xfrm>
            <a:off x="1388949" y="2904623"/>
            <a:ext cx="4005600" cy="609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2pPr>
            <a:lvl3pPr indent="-228600" lvl="2" marL="1371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3pPr>
            <a:lvl4pPr indent="-228600" lvl="3" marL="18288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Фото в маске">
  <p:cSld name="Фото навылет"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69"/>
          <p:cNvSpPr txBox="1"/>
          <p:nvPr>
            <p:ph idx="1" type="body"/>
          </p:nvPr>
        </p:nvSpPr>
        <p:spPr>
          <a:xfrm>
            <a:off x="587375" y="2528888"/>
            <a:ext cx="5941015" cy="362174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1pPr>
            <a:lvl2pPr indent="-342900" lvl="1" marL="9144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/>
            </a:lvl2pPr>
            <a:lvl3pPr indent="-342900" lvl="2" marL="1371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/>
            </a:lvl3pPr>
            <a:lvl4pPr indent="-342900" lvl="3" marL="18288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46" name="Google Shape;146;p69"/>
          <p:cNvSpPr/>
          <p:nvPr>
            <p:ph idx="2" type="pic"/>
          </p:nvPr>
        </p:nvSpPr>
        <p:spPr>
          <a:xfrm>
            <a:off x="7104624" y="0"/>
            <a:ext cx="5087375" cy="6858000"/>
          </a:xfrm>
          <a:prstGeom prst="rect">
            <a:avLst/>
          </a:prstGeom>
          <a:noFill/>
          <a:ln>
            <a:noFill/>
          </a:ln>
        </p:spPr>
      </p:sp>
      <p:sp>
        <p:nvSpPr>
          <p:cNvPr id="147" name="Google Shape;147;p69"/>
          <p:cNvSpPr txBox="1"/>
          <p:nvPr>
            <p:ph type="title"/>
          </p:nvPr>
        </p:nvSpPr>
        <p:spPr>
          <a:xfrm>
            <a:off x="587375" y="584200"/>
            <a:ext cx="5941016" cy="125785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None/>
              <a:defRPr sz="50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Фото в маске">
  <p:cSld name="Фото квадратное">
    <p:spTree>
      <p:nvGrpSpPr>
        <p:cNvPr id="148" name="Shape 1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Google Shape;149;p99"/>
          <p:cNvSpPr txBox="1"/>
          <p:nvPr>
            <p:ph idx="1" type="body"/>
          </p:nvPr>
        </p:nvSpPr>
        <p:spPr>
          <a:xfrm>
            <a:off x="587375" y="2528888"/>
            <a:ext cx="4556997" cy="362174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1pPr>
            <a:lvl2pPr indent="-342900" lvl="1" marL="9144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/>
            </a:lvl2pPr>
            <a:lvl3pPr indent="-342900" lvl="2" marL="1371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/>
            </a:lvl3pPr>
            <a:lvl4pPr indent="-342900" lvl="3" marL="18288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50" name="Google Shape;150;p99"/>
          <p:cNvSpPr txBox="1"/>
          <p:nvPr>
            <p:ph type="title"/>
          </p:nvPr>
        </p:nvSpPr>
        <p:spPr>
          <a:xfrm>
            <a:off x="587375" y="584200"/>
            <a:ext cx="4556998" cy="125785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None/>
              <a:defRPr sz="50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51" name="Google Shape;151;p99"/>
          <p:cNvSpPr/>
          <p:nvPr>
            <p:ph idx="2" type="pic"/>
          </p:nvPr>
        </p:nvSpPr>
        <p:spPr>
          <a:xfrm>
            <a:off x="6039748" y="584200"/>
            <a:ext cx="5564877" cy="5566433"/>
          </a:xfrm>
          <a:prstGeom prst="roundRect">
            <a:avLst>
              <a:gd fmla="val 16667" name="adj"/>
            </a:avLst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Фото в маске">
  <p:cSld name="Фото в маске_3"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100"/>
          <p:cNvSpPr txBox="1"/>
          <p:nvPr>
            <p:ph idx="1" type="body"/>
          </p:nvPr>
        </p:nvSpPr>
        <p:spPr>
          <a:xfrm>
            <a:off x="587375" y="2528888"/>
            <a:ext cx="5941015" cy="362174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1pPr>
            <a:lvl2pPr indent="-342900" lvl="1" marL="9144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/>
            </a:lvl2pPr>
            <a:lvl3pPr indent="-342900" lvl="2" marL="1371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/>
            </a:lvl3pPr>
            <a:lvl4pPr indent="-342900" lvl="3" marL="18288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54" name="Google Shape;154;p100"/>
          <p:cNvSpPr txBox="1"/>
          <p:nvPr>
            <p:ph type="title"/>
          </p:nvPr>
        </p:nvSpPr>
        <p:spPr>
          <a:xfrm>
            <a:off x="587375" y="584200"/>
            <a:ext cx="5941016" cy="125785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None/>
              <a:defRPr sz="50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55" name="Google Shape;155;p100"/>
          <p:cNvSpPr/>
          <p:nvPr>
            <p:ph idx="2" type="pic"/>
          </p:nvPr>
        </p:nvSpPr>
        <p:spPr>
          <a:xfrm>
            <a:off x="7464056" y="584200"/>
            <a:ext cx="4140569" cy="6273800"/>
          </a:xfrm>
          <a:prstGeom prst="round2SameRect">
            <a:avLst>
              <a:gd fmla="val 50000" name="adj1"/>
              <a:gd fmla="val 0" name="adj2"/>
            </a:avLst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3 фото">
  <p:cSld name="3 фото"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70"/>
          <p:cNvSpPr/>
          <p:nvPr>
            <p:ph idx="2" type="pic"/>
          </p:nvPr>
        </p:nvSpPr>
        <p:spPr>
          <a:xfrm>
            <a:off x="603401" y="592250"/>
            <a:ext cx="3491999" cy="5573700"/>
          </a:xfrm>
          <a:prstGeom prst="roundRect">
            <a:avLst>
              <a:gd fmla="val 16667" name="adj"/>
            </a:avLst>
          </a:prstGeom>
          <a:noFill/>
          <a:ln>
            <a:noFill/>
          </a:ln>
        </p:spPr>
      </p:sp>
      <p:sp>
        <p:nvSpPr>
          <p:cNvPr id="158" name="Google Shape;158;p70"/>
          <p:cNvSpPr/>
          <p:nvPr>
            <p:ph idx="3" type="pic"/>
          </p:nvPr>
        </p:nvSpPr>
        <p:spPr>
          <a:xfrm>
            <a:off x="4350001" y="587200"/>
            <a:ext cx="3491999" cy="5573700"/>
          </a:xfrm>
          <a:prstGeom prst="roundRect">
            <a:avLst>
              <a:gd fmla="val 16667" name="adj"/>
            </a:avLst>
          </a:prstGeom>
          <a:noFill/>
          <a:ln>
            <a:noFill/>
          </a:ln>
        </p:spPr>
      </p:sp>
      <p:sp>
        <p:nvSpPr>
          <p:cNvPr id="159" name="Google Shape;159;p70"/>
          <p:cNvSpPr/>
          <p:nvPr>
            <p:ph idx="4" type="pic"/>
          </p:nvPr>
        </p:nvSpPr>
        <p:spPr>
          <a:xfrm>
            <a:off x="8112626" y="587200"/>
            <a:ext cx="3491999" cy="5573700"/>
          </a:xfrm>
          <a:prstGeom prst="roundRect">
            <a:avLst>
              <a:gd fmla="val 16667" name="adj"/>
            </a:avLst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3 фото 1">
  <p:cSld name="2 фото_1"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g284d08330cf_0_11"/>
          <p:cNvSpPr/>
          <p:nvPr>
            <p:ph idx="2" type="pic"/>
          </p:nvPr>
        </p:nvSpPr>
        <p:spPr>
          <a:xfrm>
            <a:off x="603401" y="587376"/>
            <a:ext cx="3491999" cy="5573700"/>
          </a:xfrm>
          <a:prstGeom prst="roundRect">
            <a:avLst>
              <a:gd fmla="val 16667" name="adj"/>
            </a:avLst>
          </a:prstGeom>
          <a:noFill/>
          <a:ln>
            <a:noFill/>
          </a:ln>
        </p:spPr>
      </p:sp>
      <p:sp>
        <p:nvSpPr>
          <p:cNvPr id="162" name="Google Shape;162;g284d08330cf_0_11"/>
          <p:cNvSpPr/>
          <p:nvPr>
            <p:ph idx="3" type="pic"/>
          </p:nvPr>
        </p:nvSpPr>
        <p:spPr>
          <a:xfrm>
            <a:off x="4349750" y="587376"/>
            <a:ext cx="7238849" cy="5573700"/>
          </a:xfrm>
          <a:prstGeom prst="roundRect">
            <a:avLst>
              <a:gd fmla="val 10591" name="adj"/>
            </a:avLst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Фото на весь слайд">
  <p:cSld name="Фото на весь слайд"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71"/>
          <p:cNvSpPr/>
          <p:nvPr>
            <p:ph idx="2" type="pic"/>
          </p:nvPr>
        </p:nvSpPr>
        <p:spPr>
          <a:xfrm>
            <a:off x="0" y="0"/>
            <a:ext cx="12191999" cy="6857999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3 карточки факта">
  <p:cSld name="3 карточки факта">
    <p:spTree>
      <p:nvGrpSpPr>
        <p:cNvPr id="165" name="Shape 1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6" name="Google Shape;166;p7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586800" y="2318037"/>
            <a:ext cx="11016000" cy="3847378"/>
          </a:xfrm>
          <a:prstGeom prst="rect">
            <a:avLst/>
          </a:prstGeom>
          <a:noFill/>
          <a:ln>
            <a:noFill/>
          </a:ln>
        </p:spPr>
      </p:pic>
      <p:sp>
        <p:nvSpPr>
          <p:cNvPr id="167" name="Google Shape;167;p72"/>
          <p:cNvSpPr txBox="1"/>
          <p:nvPr>
            <p:ph idx="1" type="body"/>
          </p:nvPr>
        </p:nvSpPr>
        <p:spPr>
          <a:xfrm>
            <a:off x="879482" y="2533491"/>
            <a:ext cx="648208" cy="71411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None/>
              <a:defRPr b="1" sz="6000">
                <a:solidFill>
                  <a:schemeClr val="dk1"/>
                </a:solidFill>
              </a:defRPr>
            </a:lvl1pPr>
            <a:lvl2pPr indent="-342900" lvl="1" marL="9144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 b="1"/>
            </a:lvl2pPr>
            <a:lvl3pPr indent="-342900" lvl="2" marL="1371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 b="1"/>
            </a:lvl3pPr>
            <a:lvl4pPr indent="-342900" lvl="3" marL="18288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 b="1"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b="1"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b="1"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b="1"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b="1"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b="1"/>
            </a:lvl9pPr>
          </a:lstStyle>
          <a:p/>
        </p:txBody>
      </p:sp>
      <p:sp>
        <p:nvSpPr>
          <p:cNvPr id="168" name="Google Shape;168;p72"/>
          <p:cNvSpPr txBox="1"/>
          <p:nvPr>
            <p:ph idx="2" type="body"/>
          </p:nvPr>
        </p:nvSpPr>
        <p:spPr>
          <a:xfrm>
            <a:off x="4645159" y="2533491"/>
            <a:ext cx="648208" cy="71411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None/>
              <a:defRPr b="1" sz="6000">
                <a:solidFill>
                  <a:schemeClr val="dk1"/>
                </a:solidFill>
              </a:defRPr>
            </a:lvl1pPr>
            <a:lvl2pPr indent="-342900" lvl="1" marL="9144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 b="1"/>
            </a:lvl2pPr>
            <a:lvl3pPr indent="-342900" lvl="2" marL="1371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 b="1"/>
            </a:lvl3pPr>
            <a:lvl4pPr indent="-342900" lvl="3" marL="18288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 b="1"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b="1"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b="1"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b="1"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b="1"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b="1"/>
            </a:lvl9pPr>
          </a:lstStyle>
          <a:p/>
        </p:txBody>
      </p:sp>
      <p:sp>
        <p:nvSpPr>
          <p:cNvPr id="169" name="Google Shape;169;p72"/>
          <p:cNvSpPr txBox="1"/>
          <p:nvPr>
            <p:ph idx="3" type="body"/>
          </p:nvPr>
        </p:nvSpPr>
        <p:spPr>
          <a:xfrm>
            <a:off x="8399240" y="2530940"/>
            <a:ext cx="648208" cy="71411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None/>
              <a:defRPr b="1" sz="6000">
                <a:solidFill>
                  <a:schemeClr val="dk1"/>
                </a:solidFill>
              </a:defRPr>
            </a:lvl1pPr>
            <a:lvl2pPr indent="-342900" lvl="1" marL="9144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 b="1"/>
            </a:lvl2pPr>
            <a:lvl3pPr indent="-342900" lvl="2" marL="1371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 b="1"/>
            </a:lvl3pPr>
            <a:lvl4pPr indent="-342900" lvl="3" marL="18288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 b="1"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b="1"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b="1"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b="1"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b="1"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b="1"/>
            </a:lvl9pPr>
          </a:lstStyle>
          <a:p/>
        </p:txBody>
      </p:sp>
      <p:sp>
        <p:nvSpPr>
          <p:cNvPr id="170" name="Google Shape;170;p72"/>
          <p:cNvSpPr txBox="1"/>
          <p:nvPr>
            <p:ph type="title"/>
          </p:nvPr>
        </p:nvSpPr>
        <p:spPr>
          <a:xfrm>
            <a:off x="587375" y="584200"/>
            <a:ext cx="11017249" cy="125785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None/>
              <a:defRPr sz="50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1" name="Google Shape;171;p72"/>
          <p:cNvSpPr txBox="1"/>
          <p:nvPr>
            <p:ph idx="4" type="subTitle"/>
          </p:nvPr>
        </p:nvSpPr>
        <p:spPr>
          <a:xfrm>
            <a:off x="879482" y="4218550"/>
            <a:ext cx="2893472" cy="163517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>
                <a:solidFill>
                  <a:schemeClr val="dk1"/>
                </a:solidFill>
              </a:defRPr>
            </a:lvl1pPr>
            <a:lvl2pPr lvl="1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2pPr>
            <a:lvl3pPr lvl="2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3pPr>
            <a:lvl4pPr lvl="3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/>
        </p:txBody>
      </p:sp>
      <p:sp>
        <p:nvSpPr>
          <p:cNvPr id="172" name="Google Shape;172;p72"/>
          <p:cNvSpPr txBox="1"/>
          <p:nvPr>
            <p:ph idx="5" type="body"/>
          </p:nvPr>
        </p:nvSpPr>
        <p:spPr>
          <a:xfrm>
            <a:off x="4649508" y="4217010"/>
            <a:ext cx="2868059" cy="163664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indent="-330200" lvl="1" marL="9144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600"/>
              <a:buChar char="⏤"/>
              <a:defRPr sz="1600"/>
            </a:lvl2pPr>
            <a:lvl3pPr indent="-330200" lvl="2" marL="1371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600"/>
              <a:buChar char="⏤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600"/>
              <a:buChar char="⏤"/>
              <a:defRPr/>
            </a:lvl4pPr>
            <a:lvl5pPr indent="-3302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173" name="Google Shape;173;p72"/>
          <p:cNvSpPr txBox="1"/>
          <p:nvPr>
            <p:ph idx="6" type="body"/>
          </p:nvPr>
        </p:nvSpPr>
        <p:spPr>
          <a:xfrm>
            <a:off x="8419534" y="4217010"/>
            <a:ext cx="2868059" cy="163664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indent="-330200" lvl="1" marL="9144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600"/>
              <a:buChar char="⏤"/>
              <a:defRPr sz="1600"/>
            </a:lvl2pPr>
            <a:lvl3pPr indent="-330200" lvl="2" marL="1371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600"/>
              <a:buChar char="⏤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600"/>
              <a:buChar char="⏤"/>
              <a:defRPr/>
            </a:lvl4pPr>
            <a:lvl5pPr indent="-3302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174" name="Google Shape;174;p72"/>
          <p:cNvSpPr txBox="1"/>
          <p:nvPr>
            <p:ph idx="7" type="body"/>
          </p:nvPr>
        </p:nvSpPr>
        <p:spPr>
          <a:xfrm>
            <a:off x="879482" y="3406533"/>
            <a:ext cx="2868059" cy="64645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1pPr>
            <a:lvl2pPr indent="-330200" lvl="1" marL="9144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600"/>
              <a:buChar char="⏤"/>
              <a:defRPr b="1" sz="1600"/>
            </a:lvl2pPr>
            <a:lvl3pPr indent="-330200" lvl="2" marL="1371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600"/>
              <a:buChar char="⏤"/>
              <a:defRPr b="1" sz="1600"/>
            </a:lvl3pPr>
            <a:lvl4pPr indent="-330200" lvl="3" marL="18288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600"/>
              <a:buChar char="⏤"/>
              <a:defRPr b="1"/>
            </a:lvl4pPr>
            <a:lvl5pPr indent="-3302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b="1" sz="1600"/>
            </a:lvl5pPr>
            <a:lvl6pPr indent="-3302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b="1" sz="1600"/>
            </a:lvl6pPr>
            <a:lvl7pPr indent="-3302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b="1" sz="1600"/>
            </a:lvl7pPr>
            <a:lvl8pPr indent="-3302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b="1" sz="1600"/>
            </a:lvl8pPr>
            <a:lvl9pPr indent="-3302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b="1" sz="1600"/>
            </a:lvl9pPr>
          </a:lstStyle>
          <a:p/>
        </p:txBody>
      </p:sp>
      <p:sp>
        <p:nvSpPr>
          <p:cNvPr id="175" name="Google Shape;175;p72"/>
          <p:cNvSpPr txBox="1"/>
          <p:nvPr>
            <p:ph idx="8" type="body"/>
          </p:nvPr>
        </p:nvSpPr>
        <p:spPr>
          <a:xfrm>
            <a:off x="4649509" y="3406533"/>
            <a:ext cx="2868059" cy="64645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1pPr>
            <a:lvl2pPr indent="-330200" lvl="1" marL="9144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600"/>
              <a:buChar char="⏤"/>
              <a:defRPr b="1" sz="1600"/>
            </a:lvl2pPr>
            <a:lvl3pPr indent="-330200" lvl="2" marL="1371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600"/>
              <a:buChar char="⏤"/>
              <a:defRPr b="1" sz="1600"/>
            </a:lvl3pPr>
            <a:lvl4pPr indent="-330200" lvl="3" marL="18288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600"/>
              <a:buChar char="⏤"/>
              <a:defRPr b="1"/>
            </a:lvl4pPr>
            <a:lvl5pPr indent="-3302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b="1" sz="1600"/>
            </a:lvl5pPr>
            <a:lvl6pPr indent="-3302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b="1" sz="1600"/>
            </a:lvl6pPr>
            <a:lvl7pPr indent="-3302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b="1" sz="1600"/>
            </a:lvl7pPr>
            <a:lvl8pPr indent="-3302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b="1" sz="1600"/>
            </a:lvl8pPr>
            <a:lvl9pPr indent="-3302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b="1" sz="1600"/>
            </a:lvl9pPr>
          </a:lstStyle>
          <a:p/>
        </p:txBody>
      </p:sp>
      <p:sp>
        <p:nvSpPr>
          <p:cNvPr id="176" name="Google Shape;176;p72"/>
          <p:cNvSpPr txBox="1"/>
          <p:nvPr>
            <p:ph idx="9" type="body"/>
          </p:nvPr>
        </p:nvSpPr>
        <p:spPr>
          <a:xfrm>
            <a:off x="8419535" y="3406533"/>
            <a:ext cx="2868059" cy="64645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1pPr>
            <a:lvl2pPr indent="-330200" lvl="1" marL="9144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600"/>
              <a:buChar char="⏤"/>
              <a:defRPr b="1" sz="1600"/>
            </a:lvl2pPr>
            <a:lvl3pPr indent="-330200" lvl="2" marL="1371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600"/>
              <a:buChar char="⏤"/>
              <a:defRPr b="1" sz="1600"/>
            </a:lvl3pPr>
            <a:lvl4pPr indent="-330200" lvl="3" marL="18288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600"/>
              <a:buChar char="⏤"/>
              <a:defRPr b="1"/>
            </a:lvl4pPr>
            <a:lvl5pPr indent="-3302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b="1" sz="1600"/>
            </a:lvl5pPr>
            <a:lvl6pPr indent="-3302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b="1" sz="1600"/>
            </a:lvl6pPr>
            <a:lvl7pPr indent="-3302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b="1" sz="1600"/>
            </a:lvl7pPr>
            <a:lvl8pPr indent="-3302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b="1" sz="1600"/>
            </a:lvl8pPr>
            <a:lvl9pPr indent="-3302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b="1" sz="1600"/>
            </a:lvl9pPr>
          </a:lstStyle>
          <a:p/>
        </p:txBody>
      </p:sp>
    </p:spTree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4 карточки факта">
  <p:cSld name="4 карточки факта">
    <p:spTree>
      <p:nvGrpSpPr>
        <p:cNvPr id="177" name="Shape 1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8" name="Google Shape;178;p73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586800" y="2318037"/>
            <a:ext cx="11016000" cy="3849297"/>
          </a:xfrm>
          <a:prstGeom prst="rect">
            <a:avLst/>
          </a:prstGeom>
          <a:noFill/>
          <a:ln>
            <a:noFill/>
          </a:ln>
        </p:spPr>
      </p:pic>
      <p:sp>
        <p:nvSpPr>
          <p:cNvPr id="179" name="Google Shape;179;p73"/>
          <p:cNvSpPr txBox="1"/>
          <p:nvPr>
            <p:ph idx="1" type="body"/>
          </p:nvPr>
        </p:nvSpPr>
        <p:spPr>
          <a:xfrm>
            <a:off x="917625" y="2528888"/>
            <a:ext cx="648208" cy="78783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None/>
              <a:defRPr b="1" sz="6000">
                <a:solidFill>
                  <a:schemeClr val="dk1"/>
                </a:solidFill>
              </a:defRPr>
            </a:lvl1pPr>
            <a:lvl2pPr indent="-342900" lvl="1" marL="9144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 b="1"/>
            </a:lvl2pPr>
            <a:lvl3pPr indent="-342900" lvl="2" marL="1371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 b="1"/>
            </a:lvl3pPr>
            <a:lvl4pPr indent="-342900" lvl="3" marL="18288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 b="1"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b="1"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b="1"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b="1"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b="1"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b="1"/>
            </a:lvl9pPr>
          </a:lstStyle>
          <a:p/>
        </p:txBody>
      </p:sp>
      <p:sp>
        <p:nvSpPr>
          <p:cNvPr id="180" name="Google Shape;180;p73"/>
          <p:cNvSpPr txBox="1"/>
          <p:nvPr>
            <p:ph type="title"/>
          </p:nvPr>
        </p:nvSpPr>
        <p:spPr>
          <a:xfrm>
            <a:off x="587375" y="584200"/>
            <a:ext cx="11017249" cy="125785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None/>
              <a:defRPr sz="50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1" name="Google Shape;181;p73"/>
          <p:cNvSpPr txBox="1"/>
          <p:nvPr>
            <p:ph idx="2" type="body"/>
          </p:nvPr>
        </p:nvSpPr>
        <p:spPr>
          <a:xfrm>
            <a:off x="917625" y="4605025"/>
            <a:ext cx="648208" cy="78783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None/>
              <a:defRPr b="1" sz="6000">
                <a:solidFill>
                  <a:schemeClr val="dk1"/>
                </a:solidFill>
              </a:defRPr>
            </a:lvl1pPr>
            <a:lvl2pPr indent="-342900" lvl="1" marL="9144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 b="1"/>
            </a:lvl2pPr>
            <a:lvl3pPr indent="-342900" lvl="2" marL="1371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 b="1"/>
            </a:lvl3pPr>
            <a:lvl4pPr indent="-342900" lvl="3" marL="18288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 b="1"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b="1"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b="1"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b="1"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b="1"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b="1"/>
            </a:lvl9pPr>
          </a:lstStyle>
          <a:p/>
        </p:txBody>
      </p:sp>
      <p:sp>
        <p:nvSpPr>
          <p:cNvPr id="182" name="Google Shape;182;p73"/>
          <p:cNvSpPr txBox="1"/>
          <p:nvPr>
            <p:ph idx="3" type="body"/>
          </p:nvPr>
        </p:nvSpPr>
        <p:spPr>
          <a:xfrm>
            <a:off x="6574122" y="4605025"/>
            <a:ext cx="648208" cy="78783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None/>
              <a:defRPr b="1" sz="6000">
                <a:solidFill>
                  <a:schemeClr val="dk1"/>
                </a:solidFill>
              </a:defRPr>
            </a:lvl1pPr>
            <a:lvl2pPr indent="-342900" lvl="1" marL="9144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 b="1"/>
            </a:lvl2pPr>
            <a:lvl3pPr indent="-342900" lvl="2" marL="1371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 b="1"/>
            </a:lvl3pPr>
            <a:lvl4pPr indent="-342900" lvl="3" marL="18288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 b="1"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b="1"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b="1"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b="1"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b="1"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b="1"/>
            </a:lvl9pPr>
          </a:lstStyle>
          <a:p/>
        </p:txBody>
      </p:sp>
      <p:sp>
        <p:nvSpPr>
          <p:cNvPr id="183" name="Google Shape;183;p73"/>
          <p:cNvSpPr txBox="1"/>
          <p:nvPr>
            <p:ph idx="4" type="subTitle"/>
          </p:nvPr>
        </p:nvSpPr>
        <p:spPr>
          <a:xfrm>
            <a:off x="1716374" y="2528888"/>
            <a:ext cx="3851999" cy="108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>
                <a:solidFill>
                  <a:schemeClr val="dk1"/>
                </a:solidFill>
              </a:defRPr>
            </a:lvl1pPr>
            <a:lvl2pPr lvl="1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/>
        </p:txBody>
      </p:sp>
      <p:sp>
        <p:nvSpPr>
          <p:cNvPr id="184" name="Google Shape;184;p73"/>
          <p:cNvSpPr txBox="1"/>
          <p:nvPr>
            <p:ph idx="5" type="body"/>
          </p:nvPr>
        </p:nvSpPr>
        <p:spPr>
          <a:xfrm>
            <a:off x="6574122" y="2528888"/>
            <a:ext cx="648208" cy="78783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None/>
              <a:defRPr b="1" sz="6000">
                <a:solidFill>
                  <a:schemeClr val="dk1"/>
                </a:solidFill>
              </a:defRPr>
            </a:lvl1pPr>
            <a:lvl2pPr indent="-342900" lvl="1" marL="9144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 b="1"/>
            </a:lvl2pPr>
            <a:lvl3pPr indent="-342900" lvl="2" marL="1371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 b="1"/>
            </a:lvl3pPr>
            <a:lvl4pPr indent="-342900" lvl="3" marL="18288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 b="1"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b="1"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b="1"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b="1"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b="1"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b="1"/>
            </a:lvl9pPr>
          </a:lstStyle>
          <a:p/>
        </p:txBody>
      </p:sp>
      <p:sp>
        <p:nvSpPr>
          <p:cNvPr id="185" name="Google Shape;185;p73"/>
          <p:cNvSpPr txBox="1"/>
          <p:nvPr/>
        </p:nvSpPr>
        <p:spPr>
          <a:xfrm>
            <a:off x="7427625" y="2528888"/>
            <a:ext cx="3840517" cy="10661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0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Geologica Light"/>
              <a:buNone/>
            </a:pPr>
            <a:r>
              <a:t/>
            </a:r>
            <a:endParaRPr b="0" i="0" sz="1600" u="none" cap="none" strike="noStrike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186" name="Google Shape;186;p73"/>
          <p:cNvSpPr txBox="1"/>
          <p:nvPr>
            <p:ph idx="6" type="body"/>
          </p:nvPr>
        </p:nvSpPr>
        <p:spPr>
          <a:xfrm>
            <a:off x="7360170" y="2536669"/>
            <a:ext cx="3852000" cy="108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0" spcFirstLastPara="1" rIns="0" wrap="square" tIns="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2pPr>
            <a:lvl3pPr indent="-228600" lvl="2" marL="1371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3pPr>
            <a:lvl4pPr indent="-228600" lvl="3" marL="18288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87" name="Google Shape;187;p73"/>
          <p:cNvSpPr txBox="1"/>
          <p:nvPr>
            <p:ph idx="7" type="body"/>
          </p:nvPr>
        </p:nvSpPr>
        <p:spPr>
          <a:xfrm>
            <a:off x="7360170" y="4605311"/>
            <a:ext cx="3852000" cy="108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0" spcFirstLastPara="1" rIns="0" wrap="square" tIns="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2pPr>
            <a:lvl3pPr indent="-228600" lvl="2" marL="1371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3pPr>
            <a:lvl4pPr indent="-228600" lvl="3" marL="18288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88" name="Google Shape;188;p73"/>
          <p:cNvSpPr txBox="1"/>
          <p:nvPr>
            <p:ph idx="8" type="body"/>
          </p:nvPr>
        </p:nvSpPr>
        <p:spPr>
          <a:xfrm>
            <a:off x="1716374" y="4605311"/>
            <a:ext cx="3852000" cy="108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0" spcFirstLastPara="1" rIns="0" wrap="square" tIns="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2pPr>
            <a:lvl3pPr indent="-228600" lvl="2" marL="1371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3pPr>
            <a:lvl4pPr indent="-228600" lvl="3" marL="18288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 карточки иконки">
  <p:cSld name="2 карточки иконки"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0" name="Google Shape;190;g284d08330cf_0_140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586800" y="2318400"/>
            <a:ext cx="11017200" cy="3847812"/>
          </a:xfrm>
          <a:prstGeom prst="rect">
            <a:avLst/>
          </a:prstGeom>
          <a:noFill/>
          <a:ln>
            <a:noFill/>
          </a:ln>
        </p:spPr>
      </p:pic>
      <p:sp>
        <p:nvSpPr>
          <p:cNvPr id="191" name="Google Shape;191;g284d08330cf_0_140"/>
          <p:cNvSpPr txBox="1"/>
          <p:nvPr>
            <p:ph type="title"/>
          </p:nvPr>
        </p:nvSpPr>
        <p:spPr>
          <a:xfrm>
            <a:off x="587375" y="584200"/>
            <a:ext cx="11017200" cy="1257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None/>
              <a:defRPr sz="50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92" name="Google Shape;192;g284d08330cf_0_140"/>
          <p:cNvSpPr txBox="1"/>
          <p:nvPr>
            <p:ph idx="1" type="subTitle"/>
          </p:nvPr>
        </p:nvSpPr>
        <p:spPr>
          <a:xfrm>
            <a:off x="1665318" y="2537225"/>
            <a:ext cx="3534300" cy="324953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>
                <a:solidFill>
                  <a:schemeClr val="dk1"/>
                </a:solidFill>
              </a:defRPr>
            </a:lvl1pPr>
            <a:lvl2pPr lvl="1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/>
        </p:txBody>
      </p:sp>
      <p:sp>
        <p:nvSpPr>
          <p:cNvPr id="193" name="Google Shape;193;g284d08330cf_0_140"/>
          <p:cNvSpPr txBox="1"/>
          <p:nvPr>
            <p:ph idx="2" type="body"/>
          </p:nvPr>
        </p:nvSpPr>
        <p:spPr>
          <a:xfrm>
            <a:off x="7299951" y="2536669"/>
            <a:ext cx="3567000" cy="324953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2pPr>
            <a:lvl3pPr indent="-228600" lvl="2" marL="1371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3pPr>
            <a:lvl4pPr indent="-228600" lvl="3" marL="18288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94" name="Google Shape;194;g284d08330cf_0_140"/>
          <p:cNvSpPr/>
          <p:nvPr>
            <p:ph idx="3" type="pic"/>
          </p:nvPr>
        </p:nvSpPr>
        <p:spPr>
          <a:xfrm>
            <a:off x="892225" y="2537225"/>
            <a:ext cx="540000" cy="540000"/>
          </a:xfrm>
          <a:prstGeom prst="rect">
            <a:avLst/>
          </a:prstGeom>
          <a:noFill/>
          <a:ln>
            <a:noFill/>
          </a:ln>
        </p:spPr>
      </p:sp>
      <p:sp>
        <p:nvSpPr>
          <p:cNvPr id="195" name="Google Shape;195;g284d08330cf_0_140"/>
          <p:cNvSpPr/>
          <p:nvPr>
            <p:ph idx="4" type="pic"/>
          </p:nvPr>
        </p:nvSpPr>
        <p:spPr>
          <a:xfrm>
            <a:off x="6526844" y="2536669"/>
            <a:ext cx="540000" cy="540000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3 карточки иконки">
  <p:cSld name="3 карточки иконки">
    <p:spTree>
      <p:nvGrpSpPr>
        <p:cNvPr id="196" name="Shape 1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7" name="Google Shape;197;p74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587374" y="2318400"/>
            <a:ext cx="11017249" cy="3847814"/>
          </a:xfrm>
          <a:prstGeom prst="rect">
            <a:avLst/>
          </a:prstGeom>
          <a:noFill/>
          <a:ln>
            <a:noFill/>
          </a:ln>
        </p:spPr>
      </p:pic>
      <p:sp>
        <p:nvSpPr>
          <p:cNvPr id="198" name="Google Shape;198;p74"/>
          <p:cNvSpPr/>
          <p:nvPr>
            <p:ph idx="2" type="pic"/>
          </p:nvPr>
        </p:nvSpPr>
        <p:spPr>
          <a:xfrm>
            <a:off x="879482" y="2547938"/>
            <a:ext cx="540000" cy="540000"/>
          </a:xfrm>
          <a:prstGeom prst="rect">
            <a:avLst/>
          </a:prstGeom>
          <a:noFill/>
          <a:ln>
            <a:noFill/>
          </a:ln>
        </p:spPr>
      </p:sp>
      <p:sp>
        <p:nvSpPr>
          <p:cNvPr id="199" name="Google Shape;199;p74"/>
          <p:cNvSpPr txBox="1"/>
          <p:nvPr>
            <p:ph type="title"/>
          </p:nvPr>
        </p:nvSpPr>
        <p:spPr>
          <a:xfrm>
            <a:off x="587375" y="584200"/>
            <a:ext cx="11017249" cy="125785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None/>
              <a:defRPr sz="50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0" name="Google Shape;200;p74"/>
          <p:cNvSpPr/>
          <p:nvPr>
            <p:ph idx="3" type="pic"/>
          </p:nvPr>
        </p:nvSpPr>
        <p:spPr>
          <a:xfrm>
            <a:off x="4649509" y="2547938"/>
            <a:ext cx="540000" cy="540000"/>
          </a:xfrm>
          <a:prstGeom prst="rect">
            <a:avLst/>
          </a:prstGeom>
          <a:noFill/>
          <a:ln>
            <a:noFill/>
          </a:ln>
        </p:spPr>
      </p:sp>
      <p:sp>
        <p:nvSpPr>
          <p:cNvPr id="201" name="Google Shape;201;p74"/>
          <p:cNvSpPr/>
          <p:nvPr>
            <p:ph idx="4" type="pic"/>
          </p:nvPr>
        </p:nvSpPr>
        <p:spPr>
          <a:xfrm>
            <a:off x="8419535" y="2547938"/>
            <a:ext cx="540000" cy="540000"/>
          </a:xfrm>
          <a:prstGeom prst="rect">
            <a:avLst/>
          </a:prstGeom>
          <a:noFill/>
          <a:ln>
            <a:noFill/>
          </a:ln>
        </p:spPr>
      </p:sp>
      <p:sp>
        <p:nvSpPr>
          <p:cNvPr id="202" name="Google Shape;202;p74"/>
          <p:cNvSpPr txBox="1"/>
          <p:nvPr>
            <p:ph idx="1" type="subTitle"/>
          </p:nvPr>
        </p:nvSpPr>
        <p:spPr>
          <a:xfrm>
            <a:off x="879482" y="4061618"/>
            <a:ext cx="2893472" cy="179211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>
                <a:solidFill>
                  <a:schemeClr val="dk1"/>
                </a:solidFill>
              </a:defRPr>
            </a:lvl1pPr>
            <a:lvl2pPr lvl="1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2pPr>
            <a:lvl3pPr lvl="2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3pPr>
            <a:lvl4pPr lvl="3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/>
        </p:txBody>
      </p:sp>
      <p:sp>
        <p:nvSpPr>
          <p:cNvPr id="203" name="Google Shape;203;p74"/>
          <p:cNvSpPr txBox="1"/>
          <p:nvPr>
            <p:ph idx="5" type="body"/>
          </p:nvPr>
        </p:nvSpPr>
        <p:spPr>
          <a:xfrm>
            <a:off x="4649508" y="4059936"/>
            <a:ext cx="2868059" cy="179372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indent="-330200" lvl="1" marL="9144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600"/>
              <a:buChar char="⏤"/>
              <a:defRPr sz="1600"/>
            </a:lvl2pPr>
            <a:lvl3pPr indent="-330200" lvl="2" marL="1371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600"/>
              <a:buChar char="⏤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600"/>
              <a:buChar char="⏤"/>
              <a:defRPr/>
            </a:lvl4pPr>
            <a:lvl5pPr indent="-3302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204" name="Google Shape;204;p74"/>
          <p:cNvSpPr txBox="1"/>
          <p:nvPr>
            <p:ph idx="6" type="body"/>
          </p:nvPr>
        </p:nvSpPr>
        <p:spPr>
          <a:xfrm>
            <a:off x="8419534" y="4059936"/>
            <a:ext cx="2868059" cy="179372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indent="-330200" lvl="1" marL="9144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600"/>
              <a:buChar char="⏤"/>
              <a:defRPr sz="1600"/>
            </a:lvl2pPr>
            <a:lvl3pPr indent="-330200" lvl="2" marL="1371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600"/>
              <a:buChar char="⏤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600"/>
              <a:buChar char="⏤"/>
              <a:defRPr/>
            </a:lvl4pPr>
            <a:lvl5pPr indent="-3302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205" name="Google Shape;205;p74"/>
          <p:cNvSpPr txBox="1"/>
          <p:nvPr>
            <p:ph idx="7" type="body"/>
          </p:nvPr>
        </p:nvSpPr>
        <p:spPr>
          <a:xfrm>
            <a:off x="879482" y="3333381"/>
            <a:ext cx="2868059" cy="48762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1pPr>
            <a:lvl2pPr indent="-330200" lvl="1" marL="9144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600"/>
              <a:buChar char="⏤"/>
              <a:defRPr b="1" sz="1600"/>
            </a:lvl2pPr>
            <a:lvl3pPr indent="-330200" lvl="2" marL="1371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600"/>
              <a:buChar char="⏤"/>
              <a:defRPr b="1" sz="1600"/>
            </a:lvl3pPr>
            <a:lvl4pPr indent="-330200" lvl="3" marL="18288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600"/>
              <a:buChar char="⏤"/>
              <a:defRPr b="1"/>
            </a:lvl4pPr>
            <a:lvl5pPr indent="-3302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b="1" sz="1600"/>
            </a:lvl5pPr>
            <a:lvl6pPr indent="-3302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b="1" sz="1600"/>
            </a:lvl6pPr>
            <a:lvl7pPr indent="-3302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b="1" sz="1600"/>
            </a:lvl7pPr>
            <a:lvl8pPr indent="-3302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b="1" sz="1600"/>
            </a:lvl8pPr>
            <a:lvl9pPr indent="-3302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b="1" sz="1600"/>
            </a:lvl9pPr>
          </a:lstStyle>
          <a:p/>
        </p:txBody>
      </p:sp>
      <p:sp>
        <p:nvSpPr>
          <p:cNvPr id="206" name="Google Shape;206;p74"/>
          <p:cNvSpPr txBox="1"/>
          <p:nvPr>
            <p:ph idx="8" type="body"/>
          </p:nvPr>
        </p:nvSpPr>
        <p:spPr>
          <a:xfrm>
            <a:off x="4649509" y="3333381"/>
            <a:ext cx="2868059" cy="48762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1pPr>
            <a:lvl2pPr indent="-330200" lvl="1" marL="9144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600"/>
              <a:buChar char="⏤"/>
              <a:defRPr b="1" sz="1600"/>
            </a:lvl2pPr>
            <a:lvl3pPr indent="-330200" lvl="2" marL="1371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600"/>
              <a:buChar char="⏤"/>
              <a:defRPr b="1" sz="1600"/>
            </a:lvl3pPr>
            <a:lvl4pPr indent="-330200" lvl="3" marL="18288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600"/>
              <a:buChar char="⏤"/>
              <a:defRPr b="1"/>
            </a:lvl4pPr>
            <a:lvl5pPr indent="-3302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b="1" sz="1600"/>
            </a:lvl5pPr>
            <a:lvl6pPr indent="-3302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b="1" sz="1600"/>
            </a:lvl6pPr>
            <a:lvl7pPr indent="-3302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b="1" sz="1600"/>
            </a:lvl7pPr>
            <a:lvl8pPr indent="-3302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b="1" sz="1600"/>
            </a:lvl8pPr>
            <a:lvl9pPr indent="-3302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b="1" sz="1600"/>
            </a:lvl9pPr>
          </a:lstStyle>
          <a:p/>
        </p:txBody>
      </p:sp>
      <p:sp>
        <p:nvSpPr>
          <p:cNvPr id="207" name="Google Shape;207;p74"/>
          <p:cNvSpPr txBox="1"/>
          <p:nvPr>
            <p:ph idx="9" type="body"/>
          </p:nvPr>
        </p:nvSpPr>
        <p:spPr>
          <a:xfrm>
            <a:off x="8419535" y="3333381"/>
            <a:ext cx="2868059" cy="48762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1pPr>
            <a:lvl2pPr indent="-330200" lvl="1" marL="9144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600"/>
              <a:buChar char="⏤"/>
              <a:defRPr b="1" sz="1600"/>
            </a:lvl2pPr>
            <a:lvl3pPr indent="-330200" lvl="2" marL="1371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600"/>
              <a:buChar char="⏤"/>
              <a:defRPr b="1" sz="1600"/>
            </a:lvl3pPr>
            <a:lvl4pPr indent="-330200" lvl="3" marL="18288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600"/>
              <a:buChar char="⏤"/>
              <a:defRPr b="1"/>
            </a:lvl4pPr>
            <a:lvl5pPr indent="-3302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b="1" sz="1600"/>
            </a:lvl5pPr>
            <a:lvl6pPr indent="-3302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b="1" sz="1600"/>
            </a:lvl6pPr>
            <a:lvl7pPr indent="-3302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b="1" sz="1600"/>
            </a:lvl7pPr>
            <a:lvl8pPr indent="-3302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b="1" sz="1600"/>
            </a:lvl8pPr>
            <a:lvl9pPr indent="-3302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b="1" sz="1600"/>
            </a:lvl9pPr>
          </a:lstStyle>
          <a:p/>
        </p:txBody>
      </p:sp>
    </p:spTree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4 карточки иконки 1">
  <p:cSld name="4 карточки с иконками">
    <p:spTree>
      <p:nvGrpSpPr>
        <p:cNvPr id="208" name="Shape 2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9" name="Google Shape;209;g284d08330cf_0_16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586800" y="2318400"/>
            <a:ext cx="11016000" cy="3848400"/>
          </a:xfrm>
          <a:prstGeom prst="rect">
            <a:avLst/>
          </a:prstGeom>
          <a:noFill/>
          <a:ln>
            <a:noFill/>
          </a:ln>
        </p:spPr>
      </p:pic>
      <p:sp>
        <p:nvSpPr>
          <p:cNvPr id="210" name="Google Shape;210;g284d08330cf_0_162"/>
          <p:cNvSpPr txBox="1"/>
          <p:nvPr>
            <p:ph type="title"/>
          </p:nvPr>
        </p:nvSpPr>
        <p:spPr>
          <a:xfrm>
            <a:off x="587375" y="584200"/>
            <a:ext cx="11017200" cy="1257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None/>
              <a:defRPr sz="50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1" name="Google Shape;211;g284d08330cf_0_162"/>
          <p:cNvSpPr txBox="1"/>
          <p:nvPr>
            <p:ph idx="1" type="subTitle"/>
          </p:nvPr>
        </p:nvSpPr>
        <p:spPr>
          <a:xfrm>
            <a:off x="1753849" y="2528888"/>
            <a:ext cx="3851999" cy="108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>
                <a:solidFill>
                  <a:schemeClr val="dk1"/>
                </a:solidFill>
              </a:defRPr>
            </a:lvl1pPr>
            <a:lvl2pPr lvl="1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2pPr>
            <a:lvl3pPr lvl="2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3pPr>
            <a:lvl4pPr lvl="3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/>
        </p:txBody>
      </p:sp>
      <p:sp>
        <p:nvSpPr>
          <p:cNvPr id="212" name="Google Shape;212;g284d08330cf_0_162"/>
          <p:cNvSpPr txBox="1"/>
          <p:nvPr>
            <p:ph idx="2" type="body"/>
          </p:nvPr>
        </p:nvSpPr>
        <p:spPr>
          <a:xfrm>
            <a:off x="7397645" y="2536669"/>
            <a:ext cx="3852000" cy="108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2pPr>
            <a:lvl3pPr indent="-228600" lvl="2" marL="1371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3pPr>
            <a:lvl4pPr indent="-228600" lvl="3" marL="18288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213" name="Google Shape;213;g284d08330cf_0_162"/>
          <p:cNvSpPr txBox="1"/>
          <p:nvPr>
            <p:ph idx="3" type="body"/>
          </p:nvPr>
        </p:nvSpPr>
        <p:spPr>
          <a:xfrm>
            <a:off x="7397645" y="4605311"/>
            <a:ext cx="3852000" cy="108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2pPr>
            <a:lvl3pPr indent="-228600" lvl="2" marL="1371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3pPr>
            <a:lvl4pPr indent="-228600" lvl="3" marL="18288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214" name="Google Shape;214;g284d08330cf_0_162"/>
          <p:cNvSpPr txBox="1"/>
          <p:nvPr>
            <p:ph idx="4" type="body"/>
          </p:nvPr>
        </p:nvSpPr>
        <p:spPr>
          <a:xfrm>
            <a:off x="1753849" y="4605311"/>
            <a:ext cx="3852000" cy="108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2pPr>
            <a:lvl3pPr indent="-228600" lvl="2" marL="1371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3pPr>
            <a:lvl4pPr indent="-228600" lvl="3" marL="18288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215" name="Google Shape;215;g284d08330cf_0_162"/>
          <p:cNvSpPr/>
          <p:nvPr>
            <p:ph idx="5" type="pic"/>
          </p:nvPr>
        </p:nvSpPr>
        <p:spPr>
          <a:xfrm>
            <a:off x="879482" y="2528888"/>
            <a:ext cx="540000" cy="540000"/>
          </a:xfrm>
          <a:prstGeom prst="rect">
            <a:avLst/>
          </a:prstGeom>
          <a:noFill/>
          <a:ln>
            <a:noFill/>
          </a:ln>
        </p:spPr>
      </p:sp>
      <p:sp>
        <p:nvSpPr>
          <p:cNvPr id="216" name="Google Shape;216;g284d08330cf_0_162"/>
          <p:cNvSpPr/>
          <p:nvPr>
            <p:ph idx="6" type="pic"/>
          </p:nvPr>
        </p:nvSpPr>
        <p:spPr>
          <a:xfrm>
            <a:off x="879482" y="4582540"/>
            <a:ext cx="540000" cy="540000"/>
          </a:xfrm>
          <a:prstGeom prst="rect">
            <a:avLst/>
          </a:prstGeom>
          <a:noFill/>
          <a:ln>
            <a:noFill/>
          </a:ln>
        </p:spPr>
      </p:sp>
      <p:sp>
        <p:nvSpPr>
          <p:cNvPr id="217" name="Google Shape;217;g284d08330cf_0_162"/>
          <p:cNvSpPr/>
          <p:nvPr>
            <p:ph idx="7" type="pic"/>
          </p:nvPr>
        </p:nvSpPr>
        <p:spPr>
          <a:xfrm>
            <a:off x="6523279" y="2528888"/>
            <a:ext cx="540000" cy="540000"/>
          </a:xfrm>
          <a:prstGeom prst="rect">
            <a:avLst/>
          </a:prstGeom>
          <a:noFill/>
          <a:ln>
            <a:noFill/>
          </a:ln>
        </p:spPr>
      </p:sp>
      <p:sp>
        <p:nvSpPr>
          <p:cNvPr id="218" name="Google Shape;218;g284d08330cf_0_162"/>
          <p:cNvSpPr/>
          <p:nvPr>
            <p:ph idx="8" type="pic"/>
          </p:nvPr>
        </p:nvSpPr>
        <p:spPr>
          <a:xfrm>
            <a:off x="6523279" y="4590035"/>
            <a:ext cx="540000" cy="540000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5 карточек">
  <p:cSld name="5 карточек с иконками">
    <p:spTree>
      <p:nvGrpSpPr>
        <p:cNvPr id="219" name="Shape 2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0" name="Google Shape;220;p75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586800" y="2318400"/>
            <a:ext cx="11017763" cy="3848400"/>
          </a:xfrm>
          <a:prstGeom prst="rect">
            <a:avLst/>
          </a:prstGeom>
          <a:noFill/>
          <a:ln>
            <a:noFill/>
          </a:ln>
        </p:spPr>
      </p:pic>
      <p:sp>
        <p:nvSpPr>
          <p:cNvPr id="221" name="Google Shape;221;p75"/>
          <p:cNvSpPr txBox="1"/>
          <p:nvPr>
            <p:ph type="title"/>
          </p:nvPr>
        </p:nvSpPr>
        <p:spPr>
          <a:xfrm>
            <a:off x="587375" y="584200"/>
            <a:ext cx="11017249" cy="635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None/>
              <a:defRPr sz="50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22" name="Google Shape;222;p75"/>
          <p:cNvSpPr txBox="1"/>
          <p:nvPr>
            <p:ph idx="1" type="body"/>
          </p:nvPr>
        </p:nvSpPr>
        <p:spPr>
          <a:xfrm>
            <a:off x="879481" y="5310750"/>
            <a:ext cx="2827200" cy="5787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2pPr>
            <a:lvl3pPr indent="-228600" lvl="2" marL="1371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3pPr>
            <a:lvl4pPr indent="-228600" lvl="3" marL="18288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223" name="Google Shape;223;p75"/>
          <p:cNvSpPr txBox="1"/>
          <p:nvPr>
            <p:ph idx="2" type="body"/>
          </p:nvPr>
        </p:nvSpPr>
        <p:spPr>
          <a:xfrm>
            <a:off x="8329593" y="5310750"/>
            <a:ext cx="2844000" cy="5787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2pPr>
            <a:lvl3pPr indent="-228600" lvl="2" marL="1371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3pPr>
            <a:lvl4pPr indent="-228600" lvl="3" marL="18288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224" name="Google Shape;224;p75"/>
          <p:cNvSpPr txBox="1"/>
          <p:nvPr>
            <p:ph idx="3" type="body"/>
          </p:nvPr>
        </p:nvSpPr>
        <p:spPr>
          <a:xfrm>
            <a:off x="4612033" y="3270225"/>
            <a:ext cx="2844000" cy="2619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2pPr>
            <a:lvl3pPr indent="-228600" lvl="2" marL="1371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3pPr>
            <a:lvl4pPr indent="-228600" lvl="3" marL="18288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225" name="Google Shape;225;p75"/>
          <p:cNvSpPr txBox="1"/>
          <p:nvPr>
            <p:ph idx="4" type="body"/>
          </p:nvPr>
        </p:nvSpPr>
        <p:spPr>
          <a:xfrm>
            <a:off x="8329592" y="3270225"/>
            <a:ext cx="2844000" cy="57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2pPr>
            <a:lvl3pPr indent="-228600" lvl="2" marL="1371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3pPr>
            <a:lvl4pPr indent="-228600" lvl="3" marL="18288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226" name="Google Shape;226;p75"/>
          <p:cNvSpPr/>
          <p:nvPr>
            <p:ph idx="5" type="pic"/>
          </p:nvPr>
        </p:nvSpPr>
        <p:spPr>
          <a:xfrm>
            <a:off x="879482" y="2528888"/>
            <a:ext cx="540000" cy="540000"/>
          </a:xfrm>
          <a:prstGeom prst="rect">
            <a:avLst/>
          </a:prstGeom>
          <a:noFill/>
          <a:ln>
            <a:noFill/>
          </a:ln>
        </p:spPr>
      </p:sp>
      <p:sp>
        <p:nvSpPr>
          <p:cNvPr id="227" name="Google Shape;227;p75"/>
          <p:cNvSpPr/>
          <p:nvPr>
            <p:ph idx="6" type="pic"/>
          </p:nvPr>
        </p:nvSpPr>
        <p:spPr>
          <a:xfrm>
            <a:off x="879482" y="4597530"/>
            <a:ext cx="540000" cy="540000"/>
          </a:xfrm>
          <a:prstGeom prst="rect">
            <a:avLst/>
          </a:prstGeom>
          <a:noFill/>
          <a:ln>
            <a:noFill/>
          </a:ln>
        </p:spPr>
      </p:sp>
      <p:sp>
        <p:nvSpPr>
          <p:cNvPr id="228" name="Google Shape;228;p75"/>
          <p:cNvSpPr/>
          <p:nvPr>
            <p:ph idx="7" type="pic"/>
          </p:nvPr>
        </p:nvSpPr>
        <p:spPr>
          <a:xfrm>
            <a:off x="4612033" y="2528888"/>
            <a:ext cx="540000" cy="540000"/>
          </a:xfrm>
          <a:prstGeom prst="rect">
            <a:avLst/>
          </a:prstGeom>
          <a:noFill/>
          <a:ln>
            <a:noFill/>
          </a:ln>
        </p:spPr>
      </p:sp>
      <p:sp>
        <p:nvSpPr>
          <p:cNvPr id="229" name="Google Shape;229;p75"/>
          <p:cNvSpPr/>
          <p:nvPr>
            <p:ph idx="8" type="pic"/>
          </p:nvPr>
        </p:nvSpPr>
        <p:spPr>
          <a:xfrm>
            <a:off x="8329594" y="2528888"/>
            <a:ext cx="540000" cy="540000"/>
          </a:xfrm>
          <a:prstGeom prst="rect">
            <a:avLst/>
          </a:prstGeom>
          <a:noFill/>
          <a:ln>
            <a:noFill/>
          </a:ln>
        </p:spPr>
      </p:sp>
      <p:sp>
        <p:nvSpPr>
          <p:cNvPr id="230" name="Google Shape;230;p75"/>
          <p:cNvSpPr/>
          <p:nvPr>
            <p:ph idx="9" type="pic"/>
          </p:nvPr>
        </p:nvSpPr>
        <p:spPr>
          <a:xfrm>
            <a:off x="8329594" y="4597530"/>
            <a:ext cx="540000" cy="540000"/>
          </a:xfrm>
          <a:prstGeom prst="rect">
            <a:avLst/>
          </a:prstGeom>
          <a:noFill/>
          <a:ln>
            <a:noFill/>
          </a:ln>
        </p:spPr>
      </p:sp>
      <p:sp>
        <p:nvSpPr>
          <p:cNvPr id="231" name="Google Shape;231;p75"/>
          <p:cNvSpPr txBox="1"/>
          <p:nvPr>
            <p:ph idx="13" type="body"/>
          </p:nvPr>
        </p:nvSpPr>
        <p:spPr>
          <a:xfrm>
            <a:off x="879481" y="3261944"/>
            <a:ext cx="2827200" cy="5787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2pPr>
            <a:lvl3pPr indent="-228600" lvl="2" marL="1371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3pPr>
            <a:lvl4pPr indent="-228600" lvl="3" marL="18288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</p:spTree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6 карточек 1">
  <p:cSld name="6 карточек с иконками">
    <p:spTree>
      <p:nvGrpSpPr>
        <p:cNvPr id="232" name="Shape 2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3" name="Google Shape;233;g284d08330cf_0_50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586800" y="2318038"/>
            <a:ext cx="11016000" cy="3847871"/>
          </a:xfrm>
          <a:prstGeom prst="rect">
            <a:avLst/>
          </a:prstGeom>
          <a:noFill/>
          <a:ln>
            <a:noFill/>
          </a:ln>
        </p:spPr>
      </p:pic>
      <p:sp>
        <p:nvSpPr>
          <p:cNvPr id="234" name="Google Shape;234;g284d08330cf_0_50"/>
          <p:cNvSpPr txBox="1"/>
          <p:nvPr>
            <p:ph type="title"/>
          </p:nvPr>
        </p:nvSpPr>
        <p:spPr>
          <a:xfrm>
            <a:off x="587375" y="584200"/>
            <a:ext cx="11017200" cy="6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None/>
              <a:defRPr sz="5000">
                <a:latin typeface="Geologica Medium"/>
                <a:ea typeface="Geologica Medium"/>
                <a:cs typeface="Geologica Medium"/>
                <a:sym typeface="Geologica Medium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Geologica Medium"/>
              <a:buNone/>
              <a:defRPr>
                <a:latin typeface="Geologica Medium"/>
                <a:ea typeface="Geologica Medium"/>
                <a:cs typeface="Geologica Medium"/>
                <a:sym typeface="Geologica Medium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Geologica Medium"/>
              <a:buNone/>
              <a:defRPr>
                <a:latin typeface="Geologica Medium"/>
                <a:ea typeface="Geologica Medium"/>
                <a:cs typeface="Geologica Medium"/>
                <a:sym typeface="Geologica Medium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Geologica Medium"/>
              <a:buNone/>
              <a:defRPr>
                <a:latin typeface="Geologica Medium"/>
                <a:ea typeface="Geologica Medium"/>
                <a:cs typeface="Geologica Medium"/>
                <a:sym typeface="Geologica Medium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Geologica Medium"/>
              <a:buNone/>
              <a:defRPr>
                <a:latin typeface="Geologica Medium"/>
                <a:ea typeface="Geologica Medium"/>
                <a:cs typeface="Geologica Medium"/>
                <a:sym typeface="Geologica Medium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Geologica Medium"/>
              <a:buNone/>
              <a:defRPr>
                <a:latin typeface="Geologica Medium"/>
                <a:ea typeface="Geologica Medium"/>
                <a:cs typeface="Geologica Medium"/>
                <a:sym typeface="Geologica Medium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Geologica Medium"/>
              <a:buNone/>
              <a:defRPr>
                <a:latin typeface="Geologica Medium"/>
                <a:ea typeface="Geologica Medium"/>
                <a:cs typeface="Geologica Medium"/>
                <a:sym typeface="Geologica Medium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Geologica Medium"/>
              <a:buNone/>
              <a:defRPr>
                <a:latin typeface="Geologica Medium"/>
                <a:ea typeface="Geologica Medium"/>
                <a:cs typeface="Geologica Medium"/>
                <a:sym typeface="Geologica Medium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Geologica Medium"/>
              <a:buNone/>
              <a:defRPr>
                <a:latin typeface="Geologica Medium"/>
                <a:ea typeface="Geologica Medium"/>
                <a:cs typeface="Geologica Medium"/>
                <a:sym typeface="Geologica Medium"/>
              </a:defRPr>
            </a:lvl9pPr>
          </a:lstStyle>
          <a:p/>
        </p:txBody>
      </p:sp>
      <p:sp>
        <p:nvSpPr>
          <p:cNvPr id="235" name="Google Shape;235;g284d08330cf_0_50"/>
          <p:cNvSpPr/>
          <p:nvPr>
            <p:ph idx="2" type="pic"/>
          </p:nvPr>
        </p:nvSpPr>
        <p:spPr>
          <a:xfrm>
            <a:off x="879482" y="2528888"/>
            <a:ext cx="540000" cy="540000"/>
          </a:xfrm>
          <a:prstGeom prst="rect">
            <a:avLst/>
          </a:prstGeom>
          <a:noFill/>
          <a:ln>
            <a:noFill/>
          </a:ln>
        </p:spPr>
      </p:sp>
      <p:sp>
        <p:nvSpPr>
          <p:cNvPr id="236" name="Google Shape;236;g284d08330cf_0_50"/>
          <p:cNvSpPr/>
          <p:nvPr>
            <p:ph idx="3" type="pic"/>
          </p:nvPr>
        </p:nvSpPr>
        <p:spPr>
          <a:xfrm>
            <a:off x="4612033" y="2528888"/>
            <a:ext cx="540000" cy="540000"/>
          </a:xfrm>
          <a:prstGeom prst="rect">
            <a:avLst/>
          </a:prstGeom>
          <a:noFill/>
          <a:ln>
            <a:noFill/>
          </a:ln>
        </p:spPr>
      </p:sp>
      <p:sp>
        <p:nvSpPr>
          <p:cNvPr id="237" name="Google Shape;237;g284d08330cf_0_50"/>
          <p:cNvSpPr/>
          <p:nvPr>
            <p:ph idx="4" type="pic"/>
          </p:nvPr>
        </p:nvSpPr>
        <p:spPr>
          <a:xfrm>
            <a:off x="8329594" y="2528888"/>
            <a:ext cx="540000" cy="540000"/>
          </a:xfrm>
          <a:prstGeom prst="rect">
            <a:avLst/>
          </a:prstGeom>
          <a:noFill/>
          <a:ln>
            <a:noFill/>
          </a:ln>
        </p:spPr>
      </p:sp>
      <p:sp>
        <p:nvSpPr>
          <p:cNvPr id="238" name="Google Shape;238;g284d08330cf_0_50"/>
          <p:cNvSpPr txBox="1"/>
          <p:nvPr>
            <p:ph idx="1" type="body"/>
          </p:nvPr>
        </p:nvSpPr>
        <p:spPr>
          <a:xfrm>
            <a:off x="8329592" y="3270225"/>
            <a:ext cx="2844000" cy="57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>
                <a:latin typeface="Geologica Light"/>
                <a:ea typeface="Geologica Light"/>
                <a:cs typeface="Geologica Light"/>
                <a:sym typeface="Geologica Light"/>
              </a:defRPr>
            </a:lvl1pPr>
            <a:lvl2pPr indent="-228600" lvl="1" marL="9144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2pPr>
            <a:lvl3pPr indent="-228600" lvl="2" marL="1371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3pPr>
            <a:lvl4pPr indent="-228600" lvl="3" marL="18288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39" name="Google Shape;239;g284d08330cf_0_50"/>
          <p:cNvSpPr txBox="1"/>
          <p:nvPr>
            <p:ph idx="5" type="body"/>
          </p:nvPr>
        </p:nvSpPr>
        <p:spPr>
          <a:xfrm>
            <a:off x="4612031" y="3270225"/>
            <a:ext cx="2844000" cy="57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>
                <a:latin typeface="Geologica Light"/>
                <a:ea typeface="Geologica Light"/>
                <a:cs typeface="Geologica Light"/>
                <a:sym typeface="Geologica Light"/>
              </a:defRPr>
            </a:lvl1pPr>
            <a:lvl2pPr indent="-228600" lvl="1" marL="9144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2pPr>
            <a:lvl3pPr indent="-228600" lvl="2" marL="1371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3pPr>
            <a:lvl4pPr indent="-228600" lvl="3" marL="18288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40" name="Google Shape;240;g284d08330cf_0_50"/>
          <p:cNvSpPr/>
          <p:nvPr>
            <p:ph idx="6" type="pic"/>
          </p:nvPr>
        </p:nvSpPr>
        <p:spPr>
          <a:xfrm>
            <a:off x="879482" y="4597531"/>
            <a:ext cx="540000" cy="540000"/>
          </a:xfrm>
          <a:prstGeom prst="rect">
            <a:avLst/>
          </a:prstGeom>
          <a:noFill/>
          <a:ln>
            <a:noFill/>
          </a:ln>
        </p:spPr>
      </p:sp>
      <p:sp>
        <p:nvSpPr>
          <p:cNvPr id="241" name="Google Shape;241;g284d08330cf_0_50"/>
          <p:cNvSpPr/>
          <p:nvPr>
            <p:ph idx="7" type="pic"/>
          </p:nvPr>
        </p:nvSpPr>
        <p:spPr>
          <a:xfrm>
            <a:off x="4612033" y="4597531"/>
            <a:ext cx="540000" cy="540000"/>
          </a:xfrm>
          <a:prstGeom prst="rect">
            <a:avLst/>
          </a:prstGeom>
          <a:noFill/>
          <a:ln>
            <a:noFill/>
          </a:ln>
        </p:spPr>
      </p:sp>
      <p:sp>
        <p:nvSpPr>
          <p:cNvPr id="242" name="Google Shape;242;g284d08330cf_0_50"/>
          <p:cNvSpPr/>
          <p:nvPr>
            <p:ph idx="8" type="pic"/>
          </p:nvPr>
        </p:nvSpPr>
        <p:spPr>
          <a:xfrm>
            <a:off x="8329594" y="4597531"/>
            <a:ext cx="540000" cy="540000"/>
          </a:xfrm>
          <a:prstGeom prst="rect">
            <a:avLst/>
          </a:prstGeom>
          <a:noFill/>
          <a:ln>
            <a:noFill/>
          </a:ln>
        </p:spPr>
      </p:sp>
      <p:sp>
        <p:nvSpPr>
          <p:cNvPr id="243" name="Google Shape;243;g284d08330cf_0_50"/>
          <p:cNvSpPr txBox="1"/>
          <p:nvPr>
            <p:ph idx="9" type="body"/>
          </p:nvPr>
        </p:nvSpPr>
        <p:spPr>
          <a:xfrm>
            <a:off x="8329592" y="5311436"/>
            <a:ext cx="2844000" cy="57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>
                <a:latin typeface="Geologica Light"/>
                <a:ea typeface="Geologica Light"/>
                <a:cs typeface="Geologica Light"/>
                <a:sym typeface="Geologica Light"/>
              </a:defRPr>
            </a:lvl1pPr>
            <a:lvl2pPr indent="-228600" lvl="1" marL="9144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2pPr>
            <a:lvl3pPr indent="-228600" lvl="2" marL="1371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3pPr>
            <a:lvl4pPr indent="-228600" lvl="3" marL="18288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44" name="Google Shape;244;g284d08330cf_0_50"/>
          <p:cNvSpPr txBox="1"/>
          <p:nvPr>
            <p:ph idx="13" type="body"/>
          </p:nvPr>
        </p:nvSpPr>
        <p:spPr>
          <a:xfrm>
            <a:off x="879480" y="5311436"/>
            <a:ext cx="2844000" cy="57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>
                <a:latin typeface="Geologica Light"/>
                <a:ea typeface="Geologica Light"/>
                <a:cs typeface="Geologica Light"/>
                <a:sym typeface="Geologica Light"/>
              </a:defRPr>
            </a:lvl1pPr>
            <a:lvl2pPr indent="-228600" lvl="1" marL="9144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2pPr>
            <a:lvl3pPr indent="-228600" lvl="2" marL="1371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3pPr>
            <a:lvl4pPr indent="-228600" lvl="3" marL="18288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45" name="Google Shape;245;g284d08330cf_0_50"/>
          <p:cNvSpPr txBox="1"/>
          <p:nvPr>
            <p:ph idx="14" type="body"/>
          </p:nvPr>
        </p:nvSpPr>
        <p:spPr>
          <a:xfrm>
            <a:off x="4612031" y="5311436"/>
            <a:ext cx="2844000" cy="57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>
                <a:latin typeface="Geologica Light"/>
                <a:ea typeface="Geologica Light"/>
                <a:cs typeface="Geologica Light"/>
                <a:sym typeface="Geologica Light"/>
              </a:defRPr>
            </a:lvl1pPr>
            <a:lvl2pPr indent="-228600" lvl="1" marL="9144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2pPr>
            <a:lvl3pPr indent="-228600" lvl="2" marL="1371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3pPr>
            <a:lvl4pPr indent="-228600" lvl="3" marL="18288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46" name="Google Shape;246;g284d08330cf_0_50"/>
          <p:cNvSpPr txBox="1"/>
          <p:nvPr>
            <p:ph idx="15" type="body"/>
          </p:nvPr>
        </p:nvSpPr>
        <p:spPr>
          <a:xfrm>
            <a:off x="879481" y="3261944"/>
            <a:ext cx="2827200" cy="5787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>
                <a:latin typeface="Geologica Light"/>
                <a:ea typeface="Geologica Light"/>
                <a:cs typeface="Geologica Light"/>
                <a:sym typeface="Geologica Light"/>
              </a:defRPr>
            </a:lvl1pPr>
            <a:lvl2pPr indent="-228600" lvl="1" marL="9144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2pPr>
            <a:lvl3pPr indent="-228600" lvl="2" marL="1371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3pPr>
            <a:lvl4pPr indent="-228600" lvl="3" marL="18288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Финальный слайд qr">
  <p:cSld name="Финальный слайд_1"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g2870f9e6fac_0_71"/>
          <p:cNvSpPr/>
          <p:nvPr/>
        </p:nvSpPr>
        <p:spPr>
          <a:xfrm>
            <a:off x="7997251" y="586452"/>
            <a:ext cx="3600000" cy="3600000"/>
          </a:xfrm>
          <a:prstGeom prst="roundRect">
            <a:avLst>
              <a:gd fmla="val 8397" name="adj"/>
            </a:avLst>
          </a:prstGeom>
          <a:solidFill>
            <a:schemeClr val="dk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249" name="Google Shape;249;g2870f9e6fac_0_71"/>
          <p:cNvSpPr txBox="1"/>
          <p:nvPr>
            <p:ph idx="1" type="body"/>
          </p:nvPr>
        </p:nvSpPr>
        <p:spPr>
          <a:xfrm>
            <a:off x="587375" y="4171415"/>
            <a:ext cx="6531000" cy="34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1pPr>
            <a:lvl2pPr indent="-342900" lvl="1" marL="9144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/>
            </a:lvl2pPr>
            <a:lvl3pPr indent="-342900" lvl="2" marL="1371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/>
            </a:lvl3pPr>
            <a:lvl4pPr indent="-342900" lvl="3" marL="18288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50" name="Google Shape;250;g2870f9e6fac_0_71"/>
          <p:cNvSpPr txBox="1"/>
          <p:nvPr>
            <p:ph type="title"/>
          </p:nvPr>
        </p:nvSpPr>
        <p:spPr>
          <a:xfrm>
            <a:off x="587376" y="586452"/>
            <a:ext cx="6531000" cy="284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None/>
              <a:defRPr sz="50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9pPr>
          </a:lstStyle>
          <a:p/>
        </p:txBody>
      </p:sp>
      <p:pic>
        <p:nvPicPr>
          <p:cNvPr id="251" name="Google Shape;251;g2870f9e6fac_0_71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560871" y="5935162"/>
            <a:ext cx="1130917" cy="299762"/>
          </a:xfrm>
          <a:prstGeom prst="rect">
            <a:avLst/>
          </a:prstGeom>
          <a:noFill/>
          <a:ln>
            <a:noFill/>
          </a:ln>
        </p:spPr>
      </p:pic>
      <p:sp>
        <p:nvSpPr>
          <p:cNvPr id="252" name="Google Shape;252;g2870f9e6fac_0_71"/>
          <p:cNvSpPr txBox="1"/>
          <p:nvPr>
            <p:ph idx="2" type="body"/>
          </p:nvPr>
        </p:nvSpPr>
        <p:spPr>
          <a:xfrm>
            <a:off x="8183217" y="5870781"/>
            <a:ext cx="3421500" cy="291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indent="-228600" lvl="0" marL="4572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>
                <a:solidFill>
                  <a:schemeClr val="dk1"/>
                </a:solidFill>
              </a:defRPr>
            </a:lvl1pPr>
            <a:lvl2pPr indent="-342900" lvl="1" marL="9144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/>
            </a:lvl2pPr>
            <a:lvl3pPr indent="-342900" lvl="2" marL="1371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/>
            </a:lvl3pPr>
            <a:lvl4pPr indent="-342900" lvl="3" marL="18288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53" name="Google Shape;253;g2870f9e6fac_0_71"/>
          <p:cNvSpPr/>
          <p:nvPr>
            <p:ph idx="3" type="pic"/>
          </p:nvPr>
        </p:nvSpPr>
        <p:spPr>
          <a:xfrm>
            <a:off x="8192551" y="781752"/>
            <a:ext cx="3209400" cy="3209400"/>
          </a:xfrm>
          <a:prstGeom prst="roundRect">
            <a:avLst>
              <a:gd fmla="val 0" name="adj"/>
            </a:avLst>
          </a:prstGeom>
          <a:noFill/>
          <a:ln>
            <a:noFill/>
          </a:ln>
        </p:spPr>
      </p:sp>
      <p:sp>
        <p:nvSpPr>
          <p:cNvPr id="254" name="Google Shape;254;g2870f9e6fac_0_71"/>
          <p:cNvSpPr txBox="1"/>
          <p:nvPr>
            <p:ph idx="4" type="body"/>
          </p:nvPr>
        </p:nvSpPr>
        <p:spPr>
          <a:xfrm>
            <a:off x="594748" y="4598572"/>
            <a:ext cx="6523627" cy="67579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>
                <a:solidFill>
                  <a:schemeClr val="dk1"/>
                </a:solidFill>
              </a:defRPr>
            </a:lvl1pPr>
            <a:lvl2pPr indent="-355600" lvl="1" marL="9144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000"/>
              <a:buChar char="⏤"/>
              <a:defRPr sz="2000"/>
            </a:lvl2pPr>
            <a:lvl3pPr indent="-355600" lvl="2" marL="1371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000"/>
              <a:buChar char="⏤"/>
              <a:defRPr/>
            </a:lvl3pPr>
            <a:lvl4pPr indent="-355600" lvl="3" marL="18288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000"/>
              <a:buChar char="⏤"/>
              <a:defRPr sz="2000"/>
            </a:lvl4pPr>
            <a:lvl5pPr indent="-355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5pPr>
            <a:lvl6pPr indent="-355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indent="-355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indent="-355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indent="-355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/>
        </p:txBody>
      </p:sp>
    </p:spTree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Заголовок+скриншот">
  <p:cSld name="Заголовок+скриншот">
    <p:spTree>
      <p:nvGrpSpPr>
        <p:cNvPr id="255" name="Shape 2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" name="Google Shape;256;p81"/>
          <p:cNvSpPr/>
          <p:nvPr>
            <p:ph idx="2" type="pic"/>
          </p:nvPr>
        </p:nvSpPr>
        <p:spPr>
          <a:xfrm>
            <a:off x="587375" y="2020957"/>
            <a:ext cx="11017251" cy="4144893"/>
          </a:xfrm>
          <a:prstGeom prst="rect">
            <a:avLst/>
          </a:prstGeom>
          <a:noFill/>
          <a:ln>
            <a:noFill/>
          </a:ln>
        </p:spPr>
      </p:sp>
      <p:sp>
        <p:nvSpPr>
          <p:cNvPr id="257" name="Google Shape;257;p81"/>
          <p:cNvSpPr txBox="1"/>
          <p:nvPr>
            <p:ph type="title"/>
          </p:nvPr>
        </p:nvSpPr>
        <p:spPr>
          <a:xfrm>
            <a:off x="587375" y="584200"/>
            <a:ext cx="11017249" cy="125785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None/>
              <a:defRPr sz="50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Geologica Medium"/>
              <a:buNone/>
              <a:defRPr>
                <a:latin typeface="Geologica Medium"/>
                <a:ea typeface="Geologica Medium"/>
                <a:cs typeface="Geologica Medium"/>
                <a:sym typeface="Geologica Medium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Geologica Medium"/>
              <a:buNone/>
              <a:defRPr>
                <a:latin typeface="Geologica Medium"/>
                <a:ea typeface="Geologica Medium"/>
                <a:cs typeface="Geologica Medium"/>
                <a:sym typeface="Geologica Medium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Geologica Medium"/>
              <a:buNone/>
              <a:defRPr>
                <a:latin typeface="Geologica Medium"/>
                <a:ea typeface="Geologica Medium"/>
                <a:cs typeface="Geologica Medium"/>
                <a:sym typeface="Geologica Medium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Geologica Medium"/>
              <a:buNone/>
              <a:defRPr>
                <a:latin typeface="Geologica Medium"/>
                <a:ea typeface="Geologica Medium"/>
                <a:cs typeface="Geologica Medium"/>
                <a:sym typeface="Geologica Medium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Geologica Medium"/>
              <a:buNone/>
              <a:defRPr>
                <a:latin typeface="Geologica Medium"/>
                <a:ea typeface="Geologica Medium"/>
                <a:cs typeface="Geologica Medium"/>
                <a:sym typeface="Geologica Medium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Geologica Medium"/>
              <a:buNone/>
              <a:defRPr>
                <a:latin typeface="Geologica Medium"/>
                <a:ea typeface="Geologica Medium"/>
                <a:cs typeface="Geologica Medium"/>
                <a:sym typeface="Geologica Medium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Geologica Medium"/>
              <a:buNone/>
              <a:defRPr>
                <a:latin typeface="Geologica Medium"/>
                <a:ea typeface="Geologica Medium"/>
                <a:cs typeface="Geologica Medium"/>
                <a:sym typeface="Geologica Medium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Geologica Medium"/>
              <a:buNone/>
              <a:defRPr>
                <a:latin typeface="Geologica Medium"/>
                <a:ea typeface="Geologica Medium"/>
                <a:cs typeface="Geologica Medium"/>
                <a:sym typeface="Geologica Medium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Разноформатные скрины">
  <p:cSld name="Разноформатные скрины">
    <p:spTree>
      <p:nvGrpSpPr>
        <p:cNvPr id="258" name="Shape 2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9" name="Google Shape;259;p101"/>
          <p:cNvSpPr/>
          <p:nvPr>
            <p:ph idx="2" type="pic"/>
          </p:nvPr>
        </p:nvSpPr>
        <p:spPr>
          <a:xfrm>
            <a:off x="7004304" y="584200"/>
            <a:ext cx="4600320" cy="5581650"/>
          </a:xfrm>
          <a:prstGeom prst="roundRect">
            <a:avLst>
              <a:gd fmla="val 3731" name="adj"/>
            </a:avLst>
          </a:prstGeom>
          <a:solidFill>
            <a:schemeClr val="lt1"/>
          </a:solidFill>
          <a:ln cap="flat" cmpd="sng" w="19050">
            <a:solidFill>
              <a:schemeClr val="dk1">
                <a:alpha val="20000"/>
              </a:schemeClr>
            </a:solidFill>
            <a:prstDash val="solid"/>
            <a:round/>
            <a:headEnd len="sm" w="sm" type="none"/>
            <a:tailEnd len="sm" w="sm" type="none"/>
          </a:ln>
          <a:effectLst>
            <a:outerShdw blurRad="317500" rotWithShape="0" algn="ctr" dir="5400000" dist="63500">
              <a:srgbClr val="595959">
                <a:alpha val="20000"/>
              </a:srgbClr>
            </a:outerShdw>
          </a:effectLst>
        </p:spPr>
      </p:sp>
      <p:sp>
        <p:nvSpPr>
          <p:cNvPr id="260" name="Google Shape;260;p101"/>
          <p:cNvSpPr/>
          <p:nvPr>
            <p:ph idx="3" type="pic"/>
          </p:nvPr>
        </p:nvSpPr>
        <p:spPr>
          <a:xfrm>
            <a:off x="587374" y="584200"/>
            <a:ext cx="6069458" cy="3603752"/>
          </a:xfrm>
          <a:prstGeom prst="roundRect">
            <a:avLst>
              <a:gd fmla="val 5374" name="adj"/>
            </a:avLst>
          </a:prstGeom>
          <a:solidFill>
            <a:schemeClr val="lt1"/>
          </a:solidFill>
          <a:ln cap="flat" cmpd="sng" w="19050">
            <a:solidFill>
              <a:schemeClr val="dk1">
                <a:alpha val="20000"/>
              </a:schemeClr>
            </a:solidFill>
            <a:prstDash val="solid"/>
            <a:round/>
            <a:headEnd len="sm" w="sm" type="none"/>
            <a:tailEnd len="sm" w="sm" type="none"/>
          </a:ln>
          <a:effectLst>
            <a:outerShdw blurRad="317500" rotWithShape="0" algn="ctr" dir="5400000" dist="63500">
              <a:srgbClr val="595959">
                <a:alpha val="20000"/>
              </a:srgbClr>
            </a:outerShdw>
          </a:effectLst>
        </p:spPr>
      </p:sp>
    </p:spTree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 тезиса на слайде">
  <p:cSld name="2 тезиса на слайде"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54"/>
          <p:cNvSpPr txBox="1"/>
          <p:nvPr>
            <p:ph idx="1" type="body"/>
          </p:nvPr>
        </p:nvSpPr>
        <p:spPr>
          <a:xfrm>
            <a:off x="587375" y="1115711"/>
            <a:ext cx="6943247" cy="1588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0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1pPr>
            <a:lvl2pPr indent="-342900" lvl="1" marL="9144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/>
            </a:lvl2pPr>
            <a:lvl3pPr indent="-342900" lvl="2" marL="1371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/>
            </a:lvl3pPr>
            <a:lvl4pPr indent="-342900" lvl="3" marL="18288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63" name="Google Shape;263;p54"/>
          <p:cNvSpPr txBox="1"/>
          <p:nvPr>
            <p:ph idx="2" type="body"/>
          </p:nvPr>
        </p:nvSpPr>
        <p:spPr>
          <a:xfrm>
            <a:off x="4663429" y="3429000"/>
            <a:ext cx="6943247" cy="1588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0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1pPr>
            <a:lvl2pPr indent="-342900" lvl="1" marL="9144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/>
            </a:lvl2pPr>
            <a:lvl3pPr indent="-342900" lvl="2" marL="1371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/>
            </a:lvl3pPr>
            <a:lvl4pPr indent="-342900" lvl="3" marL="18288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4 фактов">
  <p:cSld name="4 факта">
    <p:spTree>
      <p:nvGrpSpPr>
        <p:cNvPr id="264" name="Shape 2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5" name="Google Shape;265;p61"/>
          <p:cNvSpPr txBox="1"/>
          <p:nvPr>
            <p:ph idx="1" type="subTitle"/>
          </p:nvPr>
        </p:nvSpPr>
        <p:spPr>
          <a:xfrm>
            <a:off x="600231" y="4328998"/>
            <a:ext cx="3240000" cy="108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>
                <a:solidFill>
                  <a:schemeClr val="dk1"/>
                </a:solidFill>
              </a:defRPr>
            </a:lvl1pPr>
            <a:lvl2pPr lvl="1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/>
        </p:txBody>
      </p:sp>
      <p:sp>
        <p:nvSpPr>
          <p:cNvPr id="266" name="Google Shape;266;p61"/>
          <p:cNvSpPr txBox="1"/>
          <p:nvPr>
            <p:ph idx="2" type="body"/>
          </p:nvPr>
        </p:nvSpPr>
        <p:spPr>
          <a:xfrm>
            <a:off x="4362301" y="3533709"/>
            <a:ext cx="3240000" cy="108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indent="-342900" lvl="1" marL="9144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/>
            </a:lvl2pPr>
            <a:lvl3pPr indent="-342900" lvl="2" marL="1371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/>
            </a:lvl3pPr>
            <a:lvl4pPr indent="-342900" lvl="3" marL="18288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67" name="Google Shape;267;p61"/>
          <p:cNvSpPr txBox="1"/>
          <p:nvPr>
            <p:ph idx="3" type="body"/>
          </p:nvPr>
        </p:nvSpPr>
        <p:spPr>
          <a:xfrm>
            <a:off x="8148863" y="4790663"/>
            <a:ext cx="3240000" cy="108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indent="-342900" lvl="1" marL="9144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/>
            </a:lvl2pPr>
            <a:lvl3pPr indent="-342900" lvl="2" marL="1371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/>
            </a:lvl3pPr>
            <a:lvl4pPr indent="-342900" lvl="3" marL="18288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68" name="Google Shape;268;p61"/>
          <p:cNvSpPr txBox="1"/>
          <p:nvPr>
            <p:ph idx="4" type="body"/>
          </p:nvPr>
        </p:nvSpPr>
        <p:spPr>
          <a:xfrm>
            <a:off x="600231" y="3358933"/>
            <a:ext cx="648208" cy="90189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None/>
              <a:defRPr b="1" sz="6000">
                <a:solidFill>
                  <a:schemeClr val="dk1"/>
                </a:solidFill>
              </a:defRPr>
            </a:lvl1pPr>
            <a:lvl2pPr indent="-342900" lvl="1" marL="9144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 b="1"/>
            </a:lvl2pPr>
            <a:lvl3pPr indent="-342900" lvl="2" marL="1371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 b="1"/>
            </a:lvl3pPr>
            <a:lvl4pPr indent="-342900" lvl="3" marL="18288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 b="1"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b="1"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b="1"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b="1"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b="1"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b="1"/>
            </a:lvl9pPr>
          </a:lstStyle>
          <a:p/>
        </p:txBody>
      </p:sp>
      <p:sp>
        <p:nvSpPr>
          <p:cNvPr id="269" name="Google Shape;269;p61"/>
          <p:cNvSpPr txBox="1"/>
          <p:nvPr>
            <p:ph idx="5" type="body"/>
          </p:nvPr>
        </p:nvSpPr>
        <p:spPr>
          <a:xfrm>
            <a:off x="4362302" y="2550355"/>
            <a:ext cx="648208" cy="90189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None/>
              <a:defRPr b="1" sz="6000">
                <a:solidFill>
                  <a:schemeClr val="dk1"/>
                </a:solidFill>
              </a:defRPr>
            </a:lvl1pPr>
            <a:lvl2pPr indent="-342900" lvl="1" marL="9144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 b="1"/>
            </a:lvl2pPr>
            <a:lvl3pPr indent="-342900" lvl="2" marL="1371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 b="1"/>
            </a:lvl3pPr>
            <a:lvl4pPr indent="-342900" lvl="3" marL="18288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 b="1"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b="1"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b="1"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b="1"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b="1"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b="1"/>
            </a:lvl9pPr>
          </a:lstStyle>
          <a:p/>
        </p:txBody>
      </p:sp>
      <p:sp>
        <p:nvSpPr>
          <p:cNvPr id="270" name="Google Shape;270;p61"/>
          <p:cNvSpPr txBox="1"/>
          <p:nvPr>
            <p:ph idx="6" type="body"/>
          </p:nvPr>
        </p:nvSpPr>
        <p:spPr>
          <a:xfrm>
            <a:off x="8148863" y="3809879"/>
            <a:ext cx="648208" cy="90189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0" spcFirstLastPara="1" rIns="91425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None/>
              <a:defRPr b="1" sz="6000">
                <a:solidFill>
                  <a:schemeClr val="dk1"/>
                </a:solidFill>
              </a:defRPr>
            </a:lvl1pPr>
            <a:lvl2pPr indent="-342900" lvl="1" marL="9144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 b="1"/>
            </a:lvl2pPr>
            <a:lvl3pPr indent="-342900" lvl="2" marL="1371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 b="1"/>
            </a:lvl3pPr>
            <a:lvl4pPr indent="-342900" lvl="3" marL="18288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 b="1"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b="1"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b="1"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b="1"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b="1"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b="1"/>
            </a:lvl9pPr>
          </a:lstStyle>
          <a:p/>
        </p:txBody>
      </p:sp>
      <p:sp>
        <p:nvSpPr>
          <p:cNvPr id="271" name="Google Shape;271;p61"/>
          <p:cNvSpPr txBox="1"/>
          <p:nvPr>
            <p:ph idx="7" type="body"/>
          </p:nvPr>
        </p:nvSpPr>
        <p:spPr>
          <a:xfrm>
            <a:off x="8148863" y="2350380"/>
            <a:ext cx="3240000" cy="108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indent="-342900" lvl="1" marL="9144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/>
            </a:lvl2pPr>
            <a:lvl3pPr indent="-342900" lvl="2" marL="1371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/>
            </a:lvl3pPr>
            <a:lvl4pPr indent="-342900" lvl="3" marL="18288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72" name="Google Shape;272;p61"/>
          <p:cNvSpPr txBox="1"/>
          <p:nvPr>
            <p:ph idx="8" type="body"/>
          </p:nvPr>
        </p:nvSpPr>
        <p:spPr>
          <a:xfrm>
            <a:off x="8148863" y="1382737"/>
            <a:ext cx="648208" cy="90189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None/>
              <a:defRPr b="1" sz="6000">
                <a:solidFill>
                  <a:schemeClr val="dk1"/>
                </a:solidFill>
              </a:defRPr>
            </a:lvl1pPr>
            <a:lvl2pPr indent="-342900" lvl="1" marL="9144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 b="1"/>
            </a:lvl2pPr>
            <a:lvl3pPr indent="-342900" lvl="2" marL="1371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 b="1"/>
            </a:lvl3pPr>
            <a:lvl4pPr indent="-342900" lvl="3" marL="18288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 b="1"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b="1"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b="1"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b="1"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b="1"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b="1"/>
            </a:lvl9pPr>
          </a:lstStyle>
          <a:p/>
        </p:txBody>
      </p:sp>
      <p:sp>
        <p:nvSpPr>
          <p:cNvPr id="273" name="Google Shape;273;p61"/>
          <p:cNvSpPr txBox="1"/>
          <p:nvPr>
            <p:ph type="title"/>
          </p:nvPr>
        </p:nvSpPr>
        <p:spPr>
          <a:xfrm>
            <a:off x="587375" y="584200"/>
            <a:ext cx="11017249" cy="125785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None/>
              <a:defRPr sz="50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0"/>
            </a:lvl9pPr>
          </a:lstStyle>
          <a:p/>
        </p:txBody>
      </p:sp>
    </p:spTree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 фото вертик">
  <p:cSld name="1_ фото вертик">
    <p:spTree>
      <p:nvGrpSpPr>
        <p:cNvPr id="274" name="Shape 2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5" name="Google Shape;275;p68"/>
          <p:cNvSpPr txBox="1"/>
          <p:nvPr>
            <p:ph idx="1" type="body"/>
          </p:nvPr>
        </p:nvSpPr>
        <p:spPr>
          <a:xfrm>
            <a:off x="587376" y="2528888"/>
            <a:ext cx="7127874" cy="362174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1pPr>
            <a:lvl2pPr indent="-355600" lvl="1" marL="9144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000"/>
              <a:buChar char="⏤"/>
              <a:defRPr sz="2000"/>
            </a:lvl2pPr>
            <a:lvl3pPr indent="-355600" lvl="2" marL="1371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000"/>
              <a:buChar char="⏤"/>
              <a:defRPr/>
            </a:lvl3pPr>
            <a:lvl4pPr indent="-355600" lvl="3" marL="18288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000"/>
              <a:buChar char="⏤"/>
              <a:defRPr sz="2000"/>
            </a:lvl4pPr>
            <a:lvl5pPr indent="-355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5pPr>
            <a:lvl6pPr indent="-355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indent="-355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indent="-355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indent="-355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/>
        </p:txBody>
      </p:sp>
      <p:sp>
        <p:nvSpPr>
          <p:cNvPr id="276" name="Google Shape;276;p68"/>
          <p:cNvSpPr txBox="1"/>
          <p:nvPr>
            <p:ph type="title"/>
          </p:nvPr>
        </p:nvSpPr>
        <p:spPr>
          <a:xfrm>
            <a:off x="587376" y="584200"/>
            <a:ext cx="7127874" cy="125785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None/>
              <a:defRPr sz="50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Geologica Medium"/>
              <a:buNone/>
              <a:defRPr>
                <a:latin typeface="Geologica Medium"/>
                <a:ea typeface="Geologica Medium"/>
                <a:cs typeface="Geologica Medium"/>
                <a:sym typeface="Geologica Medium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Geologica Medium"/>
              <a:buNone/>
              <a:defRPr>
                <a:latin typeface="Geologica Medium"/>
                <a:ea typeface="Geologica Medium"/>
                <a:cs typeface="Geologica Medium"/>
                <a:sym typeface="Geologica Medium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Geologica Medium"/>
              <a:buNone/>
              <a:defRPr>
                <a:latin typeface="Geologica Medium"/>
                <a:ea typeface="Geologica Medium"/>
                <a:cs typeface="Geologica Medium"/>
                <a:sym typeface="Geologica Medium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Geologica Medium"/>
              <a:buNone/>
              <a:defRPr>
                <a:latin typeface="Geologica Medium"/>
                <a:ea typeface="Geologica Medium"/>
                <a:cs typeface="Geologica Medium"/>
                <a:sym typeface="Geologica Medium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Geologica Medium"/>
              <a:buNone/>
              <a:defRPr>
                <a:latin typeface="Geologica Medium"/>
                <a:ea typeface="Geologica Medium"/>
                <a:cs typeface="Geologica Medium"/>
                <a:sym typeface="Geologica Medium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Geologica Medium"/>
              <a:buNone/>
              <a:defRPr>
                <a:latin typeface="Geologica Medium"/>
                <a:ea typeface="Geologica Medium"/>
                <a:cs typeface="Geologica Medium"/>
                <a:sym typeface="Geologica Medium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Geologica Medium"/>
              <a:buNone/>
              <a:defRPr>
                <a:latin typeface="Geologica Medium"/>
                <a:ea typeface="Geologica Medium"/>
                <a:cs typeface="Geologica Medium"/>
                <a:sym typeface="Geologica Medium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Geologica Medium"/>
              <a:buNone/>
              <a:defRPr>
                <a:latin typeface="Geologica Medium"/>
                <a:ea typeface="Geologica Medium"/>
                <a:cs typeface="Geologica Medium"/>
                <a:sym typeface="Geologica Medium"/>
              </a:defRPr>
            </a:lvl9pPr>
          </a:lstStyle>
          <a:p/>
        </p:txBody>
      </p:sp>
      <p:sp>
        <p:nvSpPr>
          <p:cNvPr id="277" name="Google Shape;277;p68"/>
          <p:cNvSpPr/>
          <p:nvPr>
            <p:ph idx="2" type="pic"/>
          </p:nvPr>
        </p:nvSpPr>
        <p:spPr>
          <a:xfrm>
            <a:off x="8112626" y="587200"/>
            <a:ext cx="3491999" cy="5573700"/>
          </a:xfrm>
          <a:prstGeom prst="roundRect">
            <a:avLst>
              <a:gd fmla="val 16667" name="adj"/>
            </a:avLst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3 фото 1 1">
  <p:cSld name="2 фото_2"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g284d08330cf_0_20"/>
          <p:cNvSpPr/>
          <p:nvPr>
            <p:ph idx="2" type="pic"/>
          </p:nvPr>
        </p:nvSpPr>
        <p:spPr>
          <a:xfrm>
            <a:off x="8112626" y="587200"/>
            <a:ext cx="3491999" cy="5573700"/>
          </a:xfrm>
          <a:prstGeom prst="roundRect">
            <a:avLst>
              <a:gd fmla="val 16667" name="adj"/>
            </a:avLst>
          </a:prstGeom>
          <a:noFill/>
          <a:ln>
            <a:noFill/>
          </a:ln>
        </p:spPr>
      </p:sp>
      <p:sp>
        <p:nvSpPr>
          <p:cNvPr id="280" name="Google Shape;280;g284d08330cf_0_20"/>
          <p:cNvSpPr/>
          <p:nvPr>
            <p:ph idx="3" type="pic"/>
          </p:nvPr>
        </p:nvSpPr>
        <p:spPr>
          <a:xfrm>
            <a:off x="587375" y="587376"/>
            <a:ext cx="7238849" cy="5573700"/>
          </a:xfrm>
          <a:prstGeom prst="roundRect">
            <a:avLst>
              <a:gd fmla="val 16667" name="adj"/>
            </a:avLst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Заголовок + текст в 3 колонки">
  <p:cSld name="Заголовок + текст в 3 колонки"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83"/>
          <p:cNvSpPr txBox="1"/>
          <p:nvPr>
            <p:ph type="title"/>
          </p:nvPr>
        </p:nvSpPr>
        <p:spPr>
          <a:xfrm>
            <a:off x="587375" y="584200"/>
            <a:ext cx="11017200" cy="1257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None/>
              <a:defRPr sz="50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Geologica Medium"/>
              <a:buNone/>
              <a:defRPr>
                <a:latin typeface="Geologica Medium"/>
                <a:ea typeface="Geologica Medium"/>
                <a:cs typeface="Geologica Medium"/>
                <a:sym typeface="Geologica Medium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Geologica Medium"/>
              <a:buNone/>
              <a:defRPr>
                <a:latin typeface="Geologica Medium"/>
                <a:ea typeface="Geologica Medium"/>
                <a:cs typeface="Geologica Medium"/>
                <a:sym typeface="Geologica Medium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Geologica Medium"/>
              <a:buNone/>
              <a:defRPr>
                <a:latin typeface="Geologica Medium"/>
                <a:ea typeface="Geologica Medium"/>
                <a:cs typeface="Geologica Medium"/>
                <a:sym typeface="Geologica Medium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Geologica Medium"/>
              <a:buNone/>
              <a:defRPr>
                <a:latin typeface="Geologica Medium"/>
                <a:ea typeface="Geologica Medium"/>
                <a:cs typeface="Geologica Medium"/>
                <a:sym typeface="Geologica Medium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Geologica Medium"/>
              <a:buNone/>
              <a:defRPr>
                <a:latin typeface="Geologica Medium"/>
                <a:ea typeface="Geologica Medium"/>
                <a:cs typeface="Geologica Medium"/>
                <a:sym typeface="Geologica Medium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Geologica Medium"/>
              <a:buNone/>
              <a:defRPr>
                <a:latin typeface="Geologica Medium"/>
                <a:ea typeface="Geologica Medium"/>
                <a:cs typeface="Geologica Medium"/>
                <a:sym typeface="Geologica Medium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Geologica Medium"/>
              <a:buNone/>
              <a:defRPr>
                <a:latin typeface="Geologica Medium"/>
                <a:ea typeface="Geologica Medium"/>
                <a:cs typeface="Geologica Medium"/>
                <a:sym typeface="Geologica Medium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Geologica Medium"/>
              <a:buNone/>
              <a:defRPr>
                <a:latin typeface="Geologica Medium"/>
                <a:ea typeface="Geologica Medium"/>
                <a:cs typeface="Geologica Medium"/>
                <a:sym typeface="Geologica Medium"/>
              </a:defRPr>
            </a:lvl9pPr>
          </a:lstStyle>
          <a:p/>
        </p:txBody>
      </p:sp>
      <p:sp>
        <p:nvSpPr>
          <p:cNvPr id="283" name="Google Shape;283;p83"/>
          <p:cNvSpPr txBox="1"/>
          <p:nvPr>
            <p:ph idx="1" type="body"/>
          </p:nvPr>
        </p:nvSpPr>
        <p:spPr>
          <a:xfrm>
            <a:off x="4195798" y="4529684"/>
            <a:ext cx="2884488" cy="163616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indent="-330200" lvl="1" marL="9144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600"/>
              <a:buChar char="⏤"/>
              <a:defRPr sz="1600"/>
            </a:lvl2pPr>
            <a:lvl3pPr indent="-330200" lvl="2" marL="1371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600"/>
              <a:buChar char="⏤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600"/>
              <a:buChar char="⏤"/>
              <a:defRPr/>
            </a:lvl4pPr>
            <a:lvl5pPr indent="-3302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284" name="Google Shape;284;p83"/>
          <p:cNvSpPr txBox="1"/>
          <p:nvPr>
            <p:ph idx="2" type="body"/>
          </p:nvPr>
        </p:nvSpPr>
        <p:spPr>
          <a:xfrm>
            <a:off x="7793104" y="4529684"/>
            <a:ext cx="2884488" cy="163616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indent="-330200" lvl="1" marL="9144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600"/>
              <a:buChar char="⏤"/>
              <a:defRPr sz="1600"/>
            </a:lvl2pPr>
            <a:lvl3pPr indent="-330200" lvl="2" marL="1371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600"/>
              <a:buChar char="⏤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600"/>
              <a:buChar char="⏤"/>
              <a:defRPr/>
            </a:lvl4pPr>
            <a:lvl5pPr indent="-3302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285" name="Google Shape;285;p83"/>
          <p:cNvSpPr txBox="1"/>
          <p:nvPr>
            <p:ph idx="3" type="body"/>
          </p:nvPr>
        </p:nvSpPr>
        <p:spPr>
          <a:xfrm>
            <a:off x="586324" y="4529684"/>
            <a:ext cx="2884488" cy="163616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indent="-330200" lvl="1" marL="9144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600"/>
              <a:buChar char="⏤"/>
              <a:defRPr sz="1600"/>
            </a:lvl2pPr>
            <a:lvl3pPr indent="-330200" lvl="2" marL="1371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600"/>
              <a:buChar char="⏤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600"/>
              <a:buChar char="⏤"/>
              <a:defRPr/>
            </a:lvl4pPr>
            <a:lvl5pPr indent="-3302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40" Type="http://schemas.openxmlformats.org/officeDocument/2006/relationships/slideLayout" Target="../slideLayouts/slideLayout40.xml"/><Relationship Id="rId20" Type="http://schemas.openxmlformats.org/officeDocument/2006/relationships/slideLayout" Target="../slideLayouts/slideLayout20.xml"/><Relationship Id="rId41" Type="http://schemas.openxmlformats.org/officeDocument/2006/relationships/theme" Target="../theme/theme1.xml"/><Relationship Id="rId22" Type="http://schemas.openxmlformats.org/officeDocument/2006/relationships/slideLayout" Target="../slideLayouts/slideLayout22.xml"/><Relationship Id="rId21" Type="http://schemas.openxmlformats.org/officeDocument/2006/relationships/slideLayout" Target="../slideLayouts/slideLayout21.xml"/><Relationship Id="rId24" Type="http://schemas.openxmlformats.org/officeDocument/2006/relationships/slideLayout" Target="../slideLayouts/slideLayout24.xml"/><Relationship Id="rId23" Type="http://schemas.openxmlformats.org/officeDocument/2006/relationships/slideLayout" Target="../slideLayouts/slideLayout23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26" Type="http://schemas.openxmlformats.org/officeDocument/2006/relationships/slideLayout" Target="../slideLayouts/slideLayout26.xml"/><Relationship Id="rId25" Type="http://schemas.openxmlformats.org/officeDocument/2006/relationships/slideLayout" Target="../slideLayouts/slideLayout25.xml"/><Relationship Id="rId28" Type="http://schemas.openxmlformats.org/officeDocument/2006/relationships/slideLayout" Target="../slideLayouts/slideLayout28.xml"/><Relationship Id="rId27" Type="http://schemas.openxmlformats.org/officeDocument/2006/relationships/slideLayout" Target="../slideLayouts/slideLayout27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29" Type="http://schemas.openxmlformats.org/officeDocument/2006/relationships/slideLayout" Target="../slideLayouts/slideLayout29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31" Type="http://schemas.openxmlformats.org/officeDocument/2006/relationships/slideLayout" Target="../slideLayouts/slideLayout31.xml"/><Relationship Id="rId30" Type="http://schemas.openxmlformats.org/officeDocument/2006/relationships/slideLayout" Target="../slideLayouts/slideLayout30.xml"/><Relationship Id="rId11" Type="http://schemas.openxmlformats.org/officeDocument/2006/relationships/slideLayout" Target="../slideLayouts/slideLayout11.xml"/><Relationship Id="rId33" Type="http://schemas.openxmlformats.org/officeDocument/2006/relationships/slideLayout" Target="../slideLayouts/slideLayout33.xml"/><Relationship Id="rId10" Type="http://schemas.openxmlformats.org/officeDocument/2006/relationships/slideLayout" Target="../slideLayouts/slideLayout10.xml"/><Relationship Id="rId32" Type="http://schemas.openxmlformats.org/officeDocument/2006/relationships/slideLayout" Target="../slideLayouts/slideLayout32.xml"/><Relationship Id="rId13" Type="http://schemas.openxmlformats.org/officeDocument/2006/relationships/slideLayout" Target="../slideLayouts/slideLayout13.xml"/><Relationship Id="rId35" Type="http://schemas.openxmlformats.org/officeDocument/2006/relationships/slideLayout" Target="../slideLayouts/slideLayout35.xml"/><Relationship Id="rId12" Type="http://schemas.openxmlformats.org/officeDocument/2006/relationships/slideLayout" Target="../slideLayouts/slideLayout12.xml"/><Relationship Id="rId34" Type="http://schemas.openxmlformats.org/officeDocument/2006/relationships/slideLayout" Target="../slideLayouts/slideLayout34.xml"/><Relationship Id="rId15" Type="http://schemas.openxmlformats.org/officeDocument/2006/relationships/slideLayout" Target="../slideLayouts/slideLayout15.xml"/><Relationship Id="rId37" Type="http://schemas.openxmlformats.org/officeDocument/2006/relationships/slideLayout" Target="../slideLayouts/slideLayout37.xml"/><Relationship Id="rId14" Type="http://schemas.openxmlformats.org/officeDocument/2006/relationships/slideLayout" Target="../slideLayouts/slideLayout14.xml"/><Relationship Id="rId36" Type="http://schemas.openxmlformats.org/officeDocument/2006/relationships/slideLayout" Target="../slideLayouts/slideLayout36.xml"/><Relationship Id="rId17" Type="http://schemas.openxmlformats.org/officeDocument/2006/relationships/slideLayout" Target="../slideLayouts/slideLayout17.xml"/><Relationship Id="rId39" Type="http://schemas.openxmlformats.org/officeDocument/2006/relationships/slideLayout" Target="../slideLayouts/slideLayout39.xml"/><Relationship Id="rId16" Type="http://schemas.openxmlformats.org/officeDocument/2006/relationships/slideLayout" Target="../slideLayouts/slideLayout16.xml"/><Relationship Id="rId38" Type="http://schemas.openxmlformats.org/officeDocument/2006/relationships/slideLayout" Target="../slideLayouts/slideLayout38.xml"/><Relationship Id="rId19" Type="http://schemas.openxmlformats.org/officeDocument/2006/relationships/slideLayout" Target="../slideLayouts/slideLayout19.xml"/><Relationship Id="rId18" Type="http://schemas.openxmlformats.org/officeDocument/2006/relationships/slideLayout" Target="../slideLayouts/slideLayout1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48"/>
          <p:cNvSpPr txBox="1"/>
          <p:nvPr>
            <p:ph type="title"/>
          </p:nvPr>
        </p:nvSpPr>
        <p:spPr>
          <a:xfrm>
            <a:off x="587375" y="584200"/>
            <a:ext cx="11017249" cy="110648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Montserrat"/>
              <a:buNone/>
              <a:defRPr b="1" i="0" sz="4400" u="none" cap="none" strike="noStrik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Montserrat"/>
              <a:buNone/>
              <a:defRPr b="1" i="0" sz="1800" u="none" cap="none" strike="noStrike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Montserrat"/>
              <a:buNone/>
              <a:defRPr b="1" i="0" sz="1800" u="none" cap="none" strike="noStrike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Montserrat"/>
              <a:buNone/>
              <a:defRPr b="1" i="0" sz="1800" u="none" cap="none" strike="noStrike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Montserrat"/>
              <a:buNone/>
              <a:defRPr b="1" i="0" sz="1800" u="none" cap="none" strike="noStrike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Montserrat"/>
              <a:buNone/>
              <a:defRPr b="1" i="0" sz="1800" u="none" cap="none" strike="noStrike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Montserrat"/>
              <a:buNone/>
              <a:defRPr b="1" i="0" sz="1800" u="none" cap="none" strike="noStrike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Montserrat"/>
              <a:buNone/>
              <a:defRPr b="1" i="0" sz="1800" u="none" cap="none" strike="noStrike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Montserrat"/>
              <a:buNone/>
              <a:defRPr b="1" i="0" sz="1800" u="none" cap="none" strike="noStrike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/>
        </p:txBody>
      </p:sp>
      <p:sp>
        <p:nvSpPr>
          <p:cNvPr id="11" name="Google Shape;11;p48"/>
          <p:cNvSpPr txBox="1"/>
          <p:nvPr>
            <p:ph idx="1" type="body"/>
          </p:nvPr>
        </p:nvSpPr>
        <p:spPr>
          <a:xfrm>
            <a:off x="587375" y="1825625"/>
            <a:ext cx="11017249" cy="43402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406400" lvl="0" marL="457200" marR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Montserrat"/>
              <a:buChar char="•"/>
              <a:defRPr b="0" i="0" sz="2800" u="none" cap="none" strike="noStrik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indent="-381000" lvl="1" marL="91440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Montserrat"/>
              <a:buChar char="⏤"/>
              <a:defRPr b="0" i="0" sz="2400" u="none" cap="none" strike="noStrik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indent="-355600" lvl="2" marL="137160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Montserrat"/>
              <a:buChar char="⏤"/>
              <a:defRPr b="0" i="0" sz="2000" u="none" cap="none" strike="noStrik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indent="-330200" lvl="3" marL="182880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Montserrat"/>
              <a:buChar char="⏤"/>
              <a:defRPr b="0" i="0" sz="1600" u="none" cap="none" strike="noStrik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indent="-342900" lvl="4" marL="22860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Montserrat"/>
              <a:buChar char="•"/>
              <a:defRPr b="0" i="0" sz="1800" u="none" cap="none" strike="noStrik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indent="-342900" lvl="5" marL="27432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Montserrat"/>
              <a:buChar char="•"/>
              <a:defRPr b="0" i="0" sz="1800" u="none" cap="none" strike="noStrik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indent="-342900" lvl="6" marL="3200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Montserrat"/>
              <a:buChar char="•"/>
              <a:defRPr b="0" i="0" sz="1800" u="none" cap="none" strike="noStrik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indent="-342900" lvl="7" marL="3657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Montserrat"/>
              <a:buChar char="•"/>
              <a:defRPr b="0" i="0" sz="1800" u="none" cap="none" strike="noStrik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indent="-342900" lvl="8" marL="4114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Montserrat"/>
              <a:buChar char="•"/>
              <a:defRPr b="0" i="0" sz="1800" u="none" cap="none" strike="noStrik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/>
        </p:txBody>
      </p:sp>
      <p:sp>
        <p:nvSpPr>
          <p:cNvPr id="12" name="Google Shape;12;p48"/>
          <p:cNvSpPr txBox="1"/>
          <p:nvPr>
            <p:ph idx="10" type="dt"/>
          </p:nvPr>
        </p:nvSpPr>
        <p:spPr>
          <a:xfrm>
            <a:off x="587375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0" spcFirstLastPara="1" rIns="91425" wrap="square" tIns="45700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Montserrat"/>
              <a:buNone/>
              <a:defRPr b="0" i="0" sz="1200" u="none" cap="none" strike="noStrik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Montserrat"/>
              <a:buNone/>
              <a:defRPr b="0" i="0" sz="1800" u="none" cap="none" strike="noStrik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Montserrat"/>
              <a:buNone/>
              <a:defRPr b="0" i="0" sz="1800" u="none" cap="none" strike="noStrik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Montserrat"/>
              <a:buNone/>
              <a:defRPr b="0" i="0" sz="1800" u="none" cap="none" strike="noStrik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Montserrat"/>
              <a:buNone/>
              <a:defRPr b="0" i="0" sz="1800" u="none" cap="none" strike="noStrik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Montserrat"/>
              <a:buNone/>
              <a:defRPr b="0" i="0" sz="1800" u="none" cap="none" strike="noStrik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Montserrat"/>
              <a:buNone/>
              <a:defRPr b="0" i="0" sz="1800" u="none" cap="none" strike="noStrik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Montserrat"/>
              <a:buNone/>
              <a:defRPr b="0" i="0" sz="1800" u="none" cap="none" strike="noStrik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Montserrat"/>
              <a:buNone/>
              <a:defRPr b="0" i="0" sz="1800" u="none" cap="none" strike="noStrik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/>
        </p:txBody>
      </p:sp>
      <p:sp>
        <p:nvSpPr>
          <p:cNvPr id="13" name="Google Shape;13;p48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Montserrat"/>
              <a:buNone/>
              <a:defRPr b="0" i="0" sz="1200" u="none" cap="none" strike="noStrik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Montserrat"/>
              <a:buNone/>
              <a:defRPr b="0" i="0" sz="1800" u="none" cap="none" strike="noStrik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Montserrat"/>
              <a:buNone/>
              <a:defRPr b="0" i="0" sz="1800" u="none" cap="none" strike="noStrik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Montserrat"/>
              <a:buNone/>
              <a:defRPr b="0" i="0" sz="1800" u="none" cap="none" strike="noStrik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Montserrat"/>
              <a:buNone/>
              <a:defRPr b="0" i="0" sz="1800" u="none" cap="none" strike="noStrik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Montserrat"/>
              <a:buNone/>
              <a:defRPr b="0" i="0" sz="1800" u="none" cap="none" strike="noStrik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Montserrat"/>
              <a:buNone/>
              <a:defRPr b="0" i="0" sz="1800" u="none" cap="none" strike="noStrik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Montserrat"/>
              <a:buNone/>
              <a:defRPr b="0" i="0" sz="1800" u="none" cap="none" strike="noStrik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Montserrat"/>
              <a:buNone/>
              <a:defRPr b="0" i="0" sz="1800" u="none" cap="none" strike="noStrik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/>
        </p:txBody>
      </p:sp>
      <p:sp>
        <p:nvSpPr>
          <p:cNvPr id="14" name="Google Shape;14;p48"/>
          <p:cNvSpPr txBox="1"/>
          <p:nvPr>
            <p:ph idx="12" type="sldNum"/>
          </p:nvPr>
        </p:nvSpPr>
        <p:spPr>
          <a:xfrm>
            <a:off x="8861424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  <p:sldLayoutId id="2147483663" r:id="rId15"/>
    <p:sldLayoutId id="2147483664" r:id="rId16"/>
    <p:sldLayoutId id="2147483665" r:id="rId17"/>
    <p:sldLayoutId id="2147483666" r:id="rId18"/>
    <p:sldLayoutId id="2147483667" r:id="rId19"/>
    <p:sldLayoutId id="2147483668" r:id="rId20"/>
    <p:sldLayoutId id="2147483669" r:id="rId21"/>
    <p:sldLayoutId id="2147483670" r:id="rId22"/>
    <p:sldLayoutId id="2147483671" r:id="rId23"/>
    <p:sldLayoutId id="2147483672" r:id="rId24"/>
    <p:sldLayoutId id="2147483673" r:id="rId25"/>
    <p:sldLayoutId id="2147483674" r:id="rId26"/>
    <p:sldLayoutId id="2147483675" r:id="rId27"/>
    <p:sldLayoutId id="2147483676" r:id="rId28"/>
    <p:sldLayoutId id="2147483677" r:id="rId29"/>
    <p:sldLayoutId id="2147483678" r:id="rId30"/>
    <p:sldLayoutId id="2147483679" r:id="rId31"/>
    <p:sldLayoutId id="2147483680" r:id="rId32"/>
    <p:sldLayoutId id="2147483681" r:id="rId33"/>
    <p:sldLayoutId id="2147483682" r:id="rId34"/>
    <p:sldLayoutId id="2147483683" r:id="rId35"/>
    <p:sldLayoutId id="2147483684" r:id="rId36"/>
    <p:sldLayoutId id="2147483685" r:id="rId37"/>
    <p:sldLayoutId id="2147483686" r:id="rId38"/>
    <p:sldLayoutId id="2147483687" r:id="rId39"/>
    <p:sldLayoutId id="2147483688" r:id="rId40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>
        <p15:guide id="1" orient="horz" pos="368">
          <p15:clr>
            <a:srgbClr val="F26B43"/>
          </p15:clr>
        </p15:guide>
        <p15:guide id="2" pos="370">
          <p15:clr>
            <a:srgbClr val="F26B43"/>
          </p15:clr>
        </p15:guide>
        <p15:guide id="3" pos="7310">
          <p15:clr>
            <a:srgbClr val="F26B43"/>
          </p15:clr>
        </p15:guide>
        <p15:guide id="4" orient="horz" pos="3884">
          <p15:clr>
            <a:srgbClr val="F26B43"/>
          </p15:clr>
        </p15:guide>
      </p15:sldGuideLst>
    </p:ext>
  </p:extLst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0.png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2.png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3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1.png"/><Relationship Id="rId4" Type="http://schemas.openxmlformats.org/officeDocument/2006/relationships/image" Target="../media/image1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2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3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11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7.png"/><Relationship Id="rId4" Type="http://schemas.openxmlformats.org/officeDocument/2006/relationships/image" Target="../media/image1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13.png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3.png"/><Relationship Id="rId4" Type="http://schemas.openxmlformats.org/officeDocument/2006/relationships/image" Target="../media/image16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13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3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3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3.pn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13.png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13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3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13.png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11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3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3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Relationship Id="rId3" Type="http://schemas.openxmlformats.org/officeDocument/2006/relationships/image" Target="../media/image13.png"/><Relationship Id="rId4" Type="http://schemas.openxmlformats.org/officeDocument/2006/relationships/image" Target="../media/image11.png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6.xml"/><Relationship Id="rId3" Type="http://schemas.openxmlformats.org/officeDocument/2006/relationships/image" Target="../media/image13.png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3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Relationship Id="rId3" Type="http://schemas.openxmlformats.org/officeDocument/2006/relationships/image" Target="../media/image13.png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0.xml"/><Relationship Id="rId3" Type="http://schemas.openxmlformats.org/officeDocument/2006/relationships/image" Target="../media/image13.png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Relationship Id="rId3" Type="http://schemas.openxmlformats.org/officeDocument/2006/relationships/image" Target="../media/image13.png"/><Relationship Id="rId4" Type="http://schemas.openxmlformats.org/officeDocument/2006/relationships/image" Target="../media/image11.png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Relationship Id="rId3" Type="http://schemas.openxmlformats.org/officeDocument/2006/relationships/image" Target="../media/image13.png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Relationship Id="rId3" Type="http://schemas.openxmlformats.org/officeDocument/2006/relationships/image" Target="../media/image13.png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Relationship Id="rId3" Type="http://schemas.openxmlformats.org/officeDocument/2006/relationships/image" Target="../media/image13.png"/><Relationship Id="rId4" Type="http://schemas.openxmlformats.org/officeDocument/2006/relationships/image" Target="../media/image11.png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Relationship Id="rId3" Type="http://schemas.openxmlformats.org/officeDocument/2006/relationships/image" Target="../media/image13.png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Relationship Id="rId3" Type="http://schemas.openxmlformats.org/officeDocument/2006/relationships/image" Target="../media/image13.png"/><Relationship Id="rId4" Type="http://schemas.openxmlformats.org/officeDocument/2006/relationships/image" Target="../media/image11.png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3.png"/><Relationship Id="rId4" Type="http://schemas.openxmlformats.org/officeDocument/2006/relationships/image" Target="../media/image14.png"/><Relationship Id="rId5" Type="http://schemas.openxmlformats.org/officeDocument/2006/relationships/image" Target="../media/image18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3.png"/></Relationships>
</file>

<file path=ppt/slides/_rels/slide4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0.xml"/><Relationship Id="rId3" Type="http://schemas.openxmlformats.org/officeDocument/2006/relationships/image" Target="../media/image13.png"/><Relationship Id="rId4" Type="http://schemas.openxmlformats.org/officeDocument/2006/relationships/image" Target="../media/image11.png"/></Relationships>
</file>

<file path=ppt/slides/_rels/slide4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1.xml"/><Relationship Id="rId3" Type="http://schemas.openxmlformats.org/officeDocument/2006/relationships/image" Target="../media/image12.png"/></Relationships>
</file>

<file path=ppt/slides/_rels/slide4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2.xml"/><Relationship Id="rId3" Type="http://schemas.openxmlformats.org/officeDocument/2006/relationships/image" Target="../media/image12.png"/></Relationships>
</file>

<file path=ppt/slides/_rels/slide4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3.xml"/><Relationship Id="rId3" Type="http://schemas.openxmlformats.org/officeDocument/2006/relationships/image" Target="../media/image13.png"/><Relationship Id="rId4" Type="http://schemas.openxmlformats.org/officeDocument/2006/relationships/image" Target="../media/image11.png"/></Relationships>
</file>

<file path=ppt/slides/_rels/slide4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4.xml"/><Relationship Id="rId3" Type="http://schemas.openxmlformats.org/officeDocument/2006/relationships/image" Target="../media/image12.png"/></Relationships>
</file>

<file path=ppt/slides/_rels/slide4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5.xml"/><Relationship Id="rId3" Type="http://schemas.openxmlformats.org/officeDocument/2006/relationships/image" Target="../media/image12.png"/></Relationships>
</file>

<file path=ppt/slides/_rels/slide4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6.xml"/><Relationship Id="rId3" Type="http://schemas.openxmlformats.org/officeDocument/2006/relationships/image" Target="../media/image13.png"/><Relationship Id="rId4" Type="http://schemas.openxmlformats.org/officeDocument/2006/relationships/image" Target="../media/image11.png"/></Relationships>
</file>

<file path=ppt/slides/_rels/slide4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Relationship Id="rId3" Type="http://schemas.openxmlformats.org/officeDocument/2006/relationships/hyperlink" Target="https://github.com/kontur-courses/exceptions" TargetMode="External"/><Relationship Id="rId4" Type="http://schemas.openxmlformats.org/officeDocument/2006/relationships/hyperlink" Target="https://github.com/kontur-courses/exceptions" TargetMode="External"/><Relationship Id="rId5" Type="http://schemas.openxmlformats.org/officeDocument/2006/relationships/image" Target="../media/image22.jpg"/></Relationships>
</file>

<file path=ppt/slides/_rels/slide4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8.xml"/><Relationship Id="rId3" Type="http://schemas.openxmlformats.org/officeDocument/2006/relationships/image" Target="../media/image13.png"/><Relationship Id="rId4" Type="http://schemas.openxmlformats.org/officeDocument/2006/relationships/image" Target="../media/image11.png"/></Relationships>
</file>

<file path=ppt/slides/_rels/slide4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9.xml"/><Relationship Id="rId3" Type="http://schemas.openxmlformats.org/officeDocument/2006/relationships/image" Target="../media/image13.png"/><Relationship Id="rId4" Type="http://schemas.openxmlformats.org/officeDocument/2006/relationships/image" Target="../media/image11.png"/></Relationships>
</file>

<file path=ppt/slides/_rels/slide5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0.xml"/><Relationship Id="rId3" Type="http://schemas.openxmlformats.org/officeDocument/2006/relationships/image" Target="../media/image13.png"/><Relationship Id="rId4" Type="http://schemas.openxmlformats.org/officeDocument/2006/relationships/image" Target="../media/image11.png"/></Relationships>
</file>

<file path=ppt/slides/_rels/slide5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1.xml"/><Relationship Id="rId3" Type="http://schemas.openxmlformats.org/officeDocument/2006/relationships/image" Target="../media/image13.png"/></Relationships>
</file>

<file path=ppt/slides/_rels/slide5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2.xml"/><Relationship Id="rId3" Type="http://schemas.openxmlformats.org/officeDocument/2006/relationships/image" Target="../media/image12.png"/></Relationships>
</file>

<file path=ppt/slides/_rels/slide5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3.xml"/><Relationship Id="rId3" Type="http://schemas.openxmlformats.org/officeDocument/2006/relationships/image" Target="../media/image12.png"/></Relationships>
</file>

<file path=ppt/slides/_rels/slide5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4.xml"/><Relationship Id="rId3" Type="http://schemas.openxmlformats.org/officeDocument/2006/relationships/image" Target="../media/image12.png"/></Relationships>
</file>

<file path=ppt/slides/_rels/slide5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5.xml"/></Relationships>
</file>

<file path=ppt/slides/_rels/slide5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6.xml"/><Relationship Id="rId3" Type="http://schemas.openxmlformats.org/officeDocument/2006/relationships/image" Target="../media/image13.png"/></Relationships>
</file>

<file path=ppt/slides/_rels/slide5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7.xml"/><Relationship Id="rId3" Type="http://schemas.openxmlformats.org/officeDocument/2006/relationships/image" Target="../media/image13.png"/></Relationships>
</file>

<file path=ppt/slides/_rels/slide5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8.xml"/><Relationship Id="rId3" Type="http://schemas.openxmlformats.org/officeDocument/2006/relationships/image" Target="../media/image19.png"/></Relationships>
</file>

<file path=ppt/slides/_rels/slide5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9.xml"/><Relationship Id="rId3" Type="http://schemas.openxmlformats.org/officeDocument/2006/relationships/image" Target="../media/image13.png"/></Relationships>
</file>

<file path=ppt/slides/_rels/slide6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0.xml"/><Relationship Id="rId3" Type="http://schemas.openxmlformats.org/officeDocument/2006/relationships/image" Target="../media/image13.png"/></Relationships>
</file>

<file path=ppt/slides/_rels/slide6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1.xml"/><Relationship Id="rId3" Type="http://schemas.openxmlformats.org/officeDocument/2006/relationships/image" Target="../media/image13.png"/><Relationship Id="rId4" Type="http://schemas.openxmlformats.org/officeDocument/2006/relationships/image" Target="../media/image16.png"/></Relationships>
</file>

<file path=ppt/slides/_rels/slide6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2.xml"/><Relationship Id="rId3" Type="http://schemas.openxmlformats.org/officeDocument/2006/relationships/image" Target="../media/image13.png"/></Relationships>
</file>

<file path=ppt/slides/_rels/slide6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3.xml"/><Relationship Id="rId3" Type="http://schemas.openxmlformats.org/officeDocument/2006/relationships/image" Target="../media/image13.png"/></Relationships>
</file>

<file path=ppt/slides/_rels/slide6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4.xml"/><Relationship Id="rId3" Type="http://schemas.openxmlformats.org/officeDocument/2006/relationships/image" Target="../media/image13.png"/></Relationships>
</file>

<file path=ppt/slides/_rels/slide6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5.xml"/><Relationship Id="rId3" Type="http://schemas.openxmlformats.org/officeDocument/2006/relationships/image" Target="../media/image13.png"/><Relationship Id="rId4" Type="http://schemas.openxmlformats.org/officeDocument/2006/relationships/image" Target="../media/image16.png"/></Relationships>
</file>

<file path=ppt/slides/_rels/slide6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6.xml"/><Relationship Id="rId3" Type="http://schemas.openxmlformats.org/officeDocument/2006/relationships/image" Target="../media/image13.png"/></Relationships>
</file>

<file path=ppt/slides/_rels/slide6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7.xml"/><Relationship Id="rId3" Type="http://schemas.openxmlformats.org/officeDocument/2006/relationships/image" Target="../media/image13.png"/></Relationships>
</file>

<file path=ppt/slides/_rels/slide6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8.xml"/><Relationship Id="rId3" Type="http://schemas.openxmlformats.org/officeDocument/2006/relationships/image" Target="../media/image12.png"/></Relationships>
</file>

<file path=ppt/slides/_rels/slide6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9.xml"/><Relationship Id="rId3" Type="http://schemas.openxmlformats.org/officeDocument/2006/relationships/image" Target="../media/image13.png"/><Relationship Id="rId4" Type="http://schemas.openxmlformats.org/officeDocument/2006/relationships/image" Target="../media/image11.png"/></Relationships>
</file>

<file path=ppt/slides/_rels/slide7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0.xml"/><Relationship Id="rId3" Type="http://schemas.openxmlformats.org/officeDocument/2006/relationships/image" Target="../media/image13.png"/><Relationship Id="rId4" Type="http://schemas.openxmlformats.org/officeDocument/2006/relationships/image" Target="../media/image11.png"/></Relationships>
</file>

<file path=ppt/slides/_rels/slide7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1.xml"/><Relationship Id="rId3" Type="http://schemas.openxmlformats.org/officeDocument/2006/relationships/image" Target="../media/image13.png"/></Relationships>
</file>

<file path=ppt/slides/_rels/slide7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2.xml"/><Relationship Id="rId3" Type="http://schemas.openxmlformats.org/officeDocument/2006/relationships/image" Target="../media/image13.png"/></Relationships>
</file>

<file path=ppt/slides/_rels/slide7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3.xml"/><Relationship Id="rId3" Type="http://schemas.openxmlformats.org/officeDocument/2006/relationships/image" Target="../media/image13.png"/><Relationship Id="rId4" Type="http://schemas.openxmlformats.org/officeDocument/2006/relationships/image" Target="../media/image11.png"/></Relationships>
</file>

<file path=ppt/slides/_rels/slide7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4.xml"/><Relationship Id="rId3" Type="http://schemas.openxmlformats.org/officeDocument/2006/relationships/image" Target="../media/image12.png"/></Relationships>
</file>

<file path=ppt/slides/_rels/slide7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5.xml"/><Relationship Id="rId3" Type="http://schemas.openxmlformats.org/officeDocument/2006/relationships/image" Target="../media/image12.png"/></Relationships>
</file>

<file path=ppt/slides/_rels/slide7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6.xml"/><Relationship Id="rId3" Type="http://schemas.openxmlformats.org/officeDocument/2006/relationships/image" Target="../media/image13.png"/><Relationship Id="rId4" Type="http://schemas.openxmlformats.org/officeDocument/2006/relationships/image" Target="../media/image11.png"/></Relationships>
</file>

<file path=ppt/slides/_rels/slide7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7.xml"/><Relationship Id="rId3" Type="http://schemas.openxmlformats.org/officeDocument/2006/relationships/image" Target="../media/image20.png"/></Relationships>
</file>

<file path=ppt/slides/_rels/slide7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8.xml"/><Relationship Id="rId3" Type="http://schemas.openxmlformats.org/officeDocument/2006/relationships/image" Target="../media/image20.png"/></Relationships>
</file>

<file path=ppt/slides/_rels/slide7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9.xml"/><Relationship Id="rId3" Type="http://schemas.openxmlformats.org/officeDocument/2006/relationships/image" Target="../media/image20.png"/><Relationship Id="rId4" Type="http://schemas.openxmlformats.org/officeDocument/2006/relationships/image" Target="../media/image11.png"/></Relationships>
</file>

<file path=ppt/slides/_rels/slide8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0.xml"/><Relationship Id="rId3" Type="http://schemas.openxmlformats.org/officeDocument/2006/relationships/image" Target="../media/image20.png"/><Relationship Id="rId4" Type="http://schemas.openxmlformats.org/officeDocument/2006/relationships/image" Target="../media/image11.png"/></Relationships>
</file>

<file path=ppt/slides/_rels/slide8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1.xml"/><Relationship Id="rId3" Type="http://schemas.openxmlformats.org/officeDocument/2006/relationships/image" Target="../media/image20.png"/><Relationship Id="rId4" Type="http://schemas.openxmlformats.org/officeDocument/2006/relationships/image" Target="../media/image11.png"/></Relationships>
</file>

<file path=ppt/slides/_rels/slide8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2.xml"/><Relationship Id="rId3" Type="http://schemas.openxmlformats.org/officeDocument/2006/relationships/image" Target="../media/image12.png"/></Relationships>
</file>

<file path=ppt/slides/_rels/slide8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3.xml"/><Relationship Id="rId3" Type="http://schemas.openxmlformats.org/officeDocument/2006/relationships/image" Target="../media/image12.png"/></Relationships>
</file>

<file path=ppt/slides/_rels/slide8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4.xml"/><Relationship Id="rId3" Type="http://schemas.openxmlformats.org/officeDocument/2006/relationships/image" Target="../media/image12.png"/></Relationships>
</file>

<file path=ppt/slides/_rels/slide8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5.xml"/><Relationship Id="rId3" Type="http://schemas.openxmlformats.org/officeDocument/2006/relationships/image" Target="../media/image12.png"/></Relationships>
</file>

<file path=ppt/slides/_rels/slide8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6.xml"/><Relationship Id="rId3" Type="http://schemas.openxmlformats.org/officeDocument/2006/relationships/image" Target="../media/image12.png"/></Relationships>
</file>

<file path=ppt/slides/_rels/slide8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7.xml"/><Relationship Id="rId3" Type="http://schemas.openxmlformats.org/officeDocument/2006/relationships/image" Target="../media/image12.png"/></Relationships>
</file>

<file path=ppt/slides/_rels/slide8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8.xml"/><Relationship Id="rId3" Type="http://schemas.openxmlformats.org/officeDocument/2006/relationships/image" Target="../media/image12.png"/></Relationships>
</file>

<file path=ppt/slides/_rels/slide8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9.xml"/><Relationship Id="rId3" Type="http://schemas.openxmlformats.org/officeDocument/2006/relationships/image" Target="../media/image12.png"/></Relationships>
</file>

<file path=ppt/slides/_rels/slide9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0.xml"/><Relationship Id="rId3" Type="http://schemas.openxmlformats.org/officeDocument/2006/relationships/image" Target="../media/image11.png"/></Relationships>
</file>

<file path=ppt/slides/_rels/slide9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1.xml"/><Relationship Id="rId3" Type="http://schemas.openxmlformats.org/officeDocument/2006/relationships/image" Target="../media/image11.png"/></Relationships>
</file>

<file path=ppt/slides/_rels/slide9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2.xml"/><Relationship Id="rId3" Type="http://schemas.openxmlformats.org/officeDocument/2006/relationships/image" Target="../media/image21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1"/>
          <p:cNvSpPr txBox="1"/>
          <p:nvPr>
            <p:ph type="title"/>
          </p:nvPr>
        </p:nvSpPr>
        <p:spPr>
          <a:xfrm>
            <a:off x="594749" y="584200"/>
            <a:ext cx="5400000" cy="301376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Arial"/>
              <a:buNone/>
            </a:pPr>
            <a:r>
              <a:rPr lang="ru-RU"/>
              <a:t>Exceptions</a:t>
            </a:r>
            <a:endParaRPr/>
          </a:p>
        </p:txBody>
      </p:sp>
      <p:sp>
        <p:nvSpPr>
          <p:cNvPr id="292" name="Google Shape;292;p1"/>
          <p:cNvSpPr txBox="1"/>
          <p:nvPr>
            <p:ph idx="3" type="body"/>
          </p:nvPr>
        </p:nvSpPr>
        <p:spPr>
          <a:xfrm>
            <a:off x="8183217" y="5961666"/>
            <a:ext cx="3421408" cy="29193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0" spcFirstLastPara="1" rIns="0" wrap="square" tIns="45700">
            <a:noAutofit/>
          </a:bodyPr>
          <a:lstStyle/>
          <a:p>
            <a:pPr indent="0" lvl="0" marL="0" rtl="0"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</a:pPr>
            <a:r>
              <a:rPr lang="ru-RU"/>
              <a:t>kontur.ru</a:t>
            </a:r>
            <a:endParaRPr/>
          </a:p>
        </p:txBody>
      </p:sp>
      <p:sp>
        <p:nvSpPr>
          <p:cNvPr id="293" name="Google Shape;293;p1"/>
          <p:cNvSpPr txBox="1"/>
          <p:nvPr/>
        </p:nvSpPr>
        <p:spPr>
          <a:xfrm>
            <a:off x="594748" y="4194658"/>
            <a:ext cx="5400000" cy="348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0" spcFirstLastPara="1" rIns="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000">
                <a:solidFill>
                  <a:srgbClr val="FEFFFE"/>
                </a:solidFill>
                <a:latin typeface="Montserrat"/>
                <a:ea typeface="Montserrat"/>
                <a:cs typeface="Montserrat"/>
                <a:sym typeface="Montserrat"/>
              </a:rPr>
              <a:t>Волков Кирилл</a:t>
            </a:r>
            <a:endParaRPr sz="2000">
              <a:solidFill>
                <a:srgbClr val="FEFFFE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294" name="Google Shape;294;p1"/>
          <p:cNvSpPr txBox="1"/>
          <p:nvPr/>
        </p:nvSpPr>
        <p:spPr>
          <a:xfrm>
            <a:off x="594748" y="4598572"/>
            <a:ext cx="5400000" cy="675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0" spcFirstLastPara="1" rIns="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000">
                <a:solidFill>
                  <a:srgbClr val="FEFFFE"/>
                </a:solidFill>
                <a:latin typeface="Montserrat"/>
                <a:ea typeface="Montserrat"/>
                <a:cs typeface="Montserrat"/>
                <a:sym typeface="Montserrat"/>
              </a:rPr>
              <a:t>И</a:t>
            </a:r>
            <a:r>
              <a:rPr lang="ru-RU" sz="2000">
                <a:solidFill>
                  <a:srgbClr val="FEFFFE"/>
                </a:solidFill>
                <a:latin typeface="Montserrat"/>
                <a:ea typeface="Montserrat"/>
                <a:cs typeface="Montserrat"/>
                <a:sym typeface="Montserrat"/>
              </a:rPr>
              <a:t>нженер-программист</a:t>
            </a:r>
            <a:endParaRPr sz="2000">
              <a:solidFill>
                <a:srgbClr val="FEFFFE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pic>
        <p:nvPicPr>
          <p:cNvPr id="295" name="Google Shape;295;p1"/>
          <p:cNvPicPr preferRelativeResize="0"/>
          <p:nvPr>
            <p:ph idx="4" type="pic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45214" y="584201"/>
            <a:ext cx="3959400" cy="3959400"/>
          </a:xfrm>
          <a:prstGeom prst="roundRect">
            <a:avLst>
              <a:gd fmla="val 16667" name="adj"/>
            </a:avLst>
          </a:prstGeom>
          <a:noFill/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9" name="Shape 2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0" name="Google Shape;300;p39"/>
          <p:cNvSpPr txBox="1"/>
          <p:nvPr>
            <p:ph type="title"/>
          </p:nvPr>
        </p:nvSpPr>
        <p:spPr>
          <a:xfrm>
            <a:off x="587375" y="584200"/>
            <a:ext cx="6118200" cy="119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ru-RU"/>
              <a:t>Хорош ли код?</a:t>
            </a:r>
            <a:endParaRPr/>
          </a:p>
        </p:txBody>
      </p:sp>
      <p:sp>
        <p:nvSpPr>
          <p:cNvPr id="301" name="Google Shape;301;p39"/>
          <p:cNvSpPr txBox="1"/>
          <p:nvPr/>
        </p:nvSpPr>
        <p:spPr>
          <a:xfrm>
            <a:off x="587375" y="1797550"/>
            <a:ext cx="6853200" cy="4670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000">
                <a:solidFill>
                  <a:srgbClr val="569CD6"/>
                </a:solidFill>
                <a:highlight>
                  <a:srgbClr val="1F1F1F"/>
                </a:highlight>
                <a:latin typeface="Courier New"/>
                <a:ea typeface="Courier New"/>
                <a:cs typeface="Courier New"/>
                <a:sym typeface="Courier New"/>
              </a:rPr>
              <a:t>public</a:t>
            </a:r>
            <a:r>
              <a:rPr lang="ru-RU" sz="2000">
                <a:solidFill>
                  <a:srgbClr val="CCCCCC"/>
                </a:solidFill>
                <a:highlight>
                  <a:srgbClr val="1F1F1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ru-RU" sz="2000">
                <a:solidFill>
                  <a:srgbClr val="569CD6"/>
                </a:solidFill>
                <a:highlight>
                  <a:srgbClr val="1F1F1F"/>
                </a:highlight>
                <a:latin typeface="Courier New"/>
                <a:ea typeface="Courier New"/>
                <a:cs typeface="Courier New"/>
                <a:sym typeface="Courier New"/>
              </a:rPr>
              <a:t>int</a:t>
            </a:r>
            <a:r>
              <a:rPr lang="ru-RU" sz="2000">
                <a:solidFill>
                  <a:srgbClr val="CCCCCC"/>
                </a:solidFill>
                <a:highlight>
                  <a:srgbClr val="1F1F1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ru-RU" sz="2000">
                <a:solidFill>
                  <a:srgbClr val="DCDCAA"/>
                </a:solidFill>
                <a:highlight>
                  <a:srgbClr val="1F1F1F"/>
                </a:highlight>
                <a:latin typeface="Courier New"/>
                <a:ea typeface="Courier New"/>
                <a:cs typeface="Courier New"/>
                <a:sym typeface="Courier New"/>
              </a:rPr>
              <a:t>GetTheMainAnswer</a:t>
            </a:r>
            <a:r>
              <a:rPr lang="ru-RU" sz="2000">
                <a:solidFill>
                  <a:srgbClr val="CCCCCC"/>
                </a:solidFill>
                <a:highlight>
                  <a:srgbClr val="1F1F1F"/>
                </a:highlight>
                <a:latin typeface="Courier New"/>
                <a:ea typeface="Courier New"/>
                <a:cs typeface="Courier New"/>
                <a:sym typeface="Courier New"/>
              </a:rPr>
              <a:t>() </a:t>
            </a:r>
            <a:endParaRPr sz="2000">
              <a:solidFill>
                <a:srgbClr val="CCCCCC"/>
              </a:solidFill>
              <a:highlight>
                <a:srgbClr val="1F1F1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000">
                <a:solidFill>
                  <a:srgbClr val="CCCCCC"/>
                </a:solidFill>
                <a:highlight>
                  <a:srgbClr val="1F1F1F"/>
                </a:highlight>
                <a:latin typeface="Courier New"/>
                <a:ea typeface="Courier New"/>
                <a:cs typeface="Courier New"/>
                <a:sym typeface="Courier New"/>
              </a:rPr>
              <a:t>{</a:t>
            </a:r>
            <a:endParaRPr sz="2000">
              <a:solidFill>
                <a:srgbClr val="CCCCCC"/>
              </a:solidFill>
              <a:highlight>
                <a:srgbClr val="1F1F1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000">
                <a:solidFill>
                  <a:srgbClr val="CCCCCC"/>
                </a:solidFill>
                <a:highlight>
                  <a:srgbClr val="1F1F1F"/>
                </a:highlight>
                <a:latin typeface="Courier New"/>
                <a:ea typeface="Courier New"/>
                <a:cs typeface="Courier New"/>
                <a:sym typeface="Courier New"/>
              </a:rPr>
              <a:t>    </a:t>
            </a:r>
            <a:r>
              <a:rPr lang="ru-RU" sz="2000">
                <a:solidFill>
                  <a:srgbClr val="C586C0"/>
                </a:solidFill>
                <a:highlight>
                  <a:srgbClr val="1F1F1F"/>
                </a:highlight>
                <a:latin typeface="Courier New"/>
                <a:ea typeface="Courier New"/>
                <a:cs typeface="Courier New"/>
                <a:sym typeface="Courier New"/>
              </a:rPr>
              <a:t>try</a:t>
            </a:r>
            <a:r>
              <a:rPr lang="ru-RU" sz="2000">
                <a:solidFill>
                  <a:srgbClr val="CCCCCC"/>
                </a:solidFill>
                <a:highlight>
                  <a:srgbClr val="1F1F1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endParaRPr sz="2000">
              <a:solidFill>
                <a:srgbClr val="CCCCCC"/>
              </a:solidFill>
              <a:highlight>
                <a:srgbClr val="1F1F1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000">
                <a:solidFill>
                  <a:srgbClr val="CCCCCC"/>
                </a:solidFill>
                <a:highlight>
                  <a:srgbClr val="1F1F1F"/>
                </a:highlight>
                <a:latin typeface="Courier New"/>
                <a:ea typeface="Courier New"/>
                <a:cs typeface="Courier New"/>
                <a:sym typeface="Courier New"/>
              </a:rPr>
              <a:t>    {</a:t>
            </a:r>
            <a:endParaRPr sz="2000">
              <a:solidFill>
                <a:srgbClr val="CCCCCC"/>
              </a:solidFill>
              <a:highlight>
                <a:srgbClr val="1F1F1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000">
                <a:solidFill>
                  <a:srgbClr val="CCCCCC"/>
                </a:solidFill>
                <a:highlight>
                  <a:srgbClr val="1F1F1F"/>
                </a:highlight>
                <a:latin typeface="Courier New"/>
                <a:ea typeface="Courier New"/>
                <a:cs typeface="Courier New"/>
                <a:sym typeface="Courier New"/>
              </a:rPr>
              <a:t>        </a:t>
            </a:r>
            <a:r>
              <a:rPr lang="ru-RU" sz="2000">
                <a:solidFill>
                  <a:srgbClr val="C586C0"/>
                </a:solidFill>
                <a:highlight>
                  <a:srgbClr val="1F1F1F"/>
                </a:highlight>
                <a:latin typeface="Courier New"/>
                <a:ea typeface="Courier New"/>
                <a:cs typeface="Courier New"/>
                <a:sym typeface="Courier New"/>
              </a:rPr>
              <a:t>return</a:t>
            </a:r>
            <a:r>
              <a:rPr lang="ru-RU" sz="2000">
                <a:solidFill>
                  <a:srgbClr val="CCCCCC"/>
                </a:solidFill>
                <a:highlight>
                  <a:srgbClr val="1F1F1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ru-RU" sz="2000">
                <a:solidFill>
                  <a:srgbClr val="DCDCAA"/>
                </a:solidFill>
                <a:highlight>
                  <a:srgbClr val="1F1F1F"/>
                </a:highlight>
                <a:latin typeface="Courier New"/>
                <a:ea typeface="Courier New"/>
                <a:cs typeface="Courier New"/>
                <a:sym typeface="Courier New"/>
              </a:rPr>
              <a:t>CalculateValue</a:t>
            </a:r>
            <a:r>
              <a:rPr lang="ru-RU" sz="2000">
                <a:solidFill>
                  <a:srgbClr val="CCCCCC"/>
                </a:solidFill>
                <a:highlight>
                  <a:srgbClr val="1F1F1F"/>
                </a:highlight>
                <a:latin typeface="Courier New"/>
                <a:ea typeface="Courier New"/>
                <a:cs typeface="Courier New"/>
                <a:sym typeface="Courier New"/>
              </a:rPr>
              <a:t>();</a:t>
            </a:r>
            <a:endParaRPr sz="2000">
              <a:solidFill>
                <a:srgbClr val="CCCCCC"/>
              </a:solidFill>
              <a:highlight>
                <a:srgbClr val="1F1F1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000">
                <a:solidFill>
                  <a:srgbClr val="CCCCCC"/>
                </a:solidFill>
                <a:highlight>
                  <a:srgbClr val="1F1F1F"/>
                </a:highlight>
                <a:latin typeface="Courier New"/>
                <a:ea typeface="Courier New"/>
                <a:cs typeface="Courier New"/>
                <a:sym typeface="Courier New"/>
              </a:rPr>
              <a:t>    }</a:t>
            </a:r>
            <a:endParaRPr sz="2000">
              <a:solidFill>
                <a:srgbClr val="CCCCCC"/>
              </a:solidFill>
              <a:highlight>
                <a:srgbClr val="1F1F1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000">
                <a:solidFill>
                  <a:srgbClr val="CCCCCC"/>
                </a:solidFill>
                <a:highlight>
                  <a:srgbClr val="1F1F1F"/>
                </a:highlight>
                <a:latin typeface="Courier New"/>
                <a:ea typeface="Courier New"/>
                <a:cs typeface="Courier New"/>
                <a:sym typeface="Courier New"/>
              </a:rPr>
              <a:t>    </a:t>
            </a:r>
            <a:r>
              <a:rPr lang="ru-RU" sz="2000">
                <a:solidFill>
                  <a:srgbClr val="C586C0"/>
                </a:solidFill>
                <a:highlight>
                  <a:srgbClr val="1F1F1F"/>
                </a:highlight>
                <a:latin typeface="Courier New"/>
                <a:ea typeface="Courier New"/>
                <a:cs typeface="Courier New"/>
                <a:sym typeface="Courier New"/>
              </a:rPr>
              <a:t>catch</a:t>
            </a:r>
            <a:r>
              <a:rPr lang="ru-RU" sz="2000">
                <a:solidFill>
                  <a:srgbClr val="CCCCCC"/>
                </a:solidFill>
                <a:highlight>
                  <a:srgbClr val="1F1F1F"/>
                </a:highlight>
                <a:latin typeface="Courier New"/>
                <a:ea typeface="Courier New"/>
                <a:cs typeface="Courier New"/>
                <a:sym typeface="Courier New"/>
              </a:rPr>
              <a:t> (</a:t>
            </a:r>
            <a:r>
              <a:rPr lang="ru-RU" sz="2000">
                <a:solidFill>
                  <a:srgbClr val="4EC9B0"/>
                </a:solidFill>
                <a:highlight>
                  <a:srgbClr val="1F1F1F"/>
                </a:highlight>
                <a:latin typeface="Courier New"/>
                <a:ea typeface="Courier New"/>
                <a:cs typeface="Courier New"/>
                <a:sym typeface="Courier New"/>
              </a:rPr>
              <a:t>Exception</a:t>
            </a:r>
            <a:r>
              <a:rPr lang="ru-RU" sz="2000">
                <a:solidFill>
                  <a:srgbClr val="CCCCCC"/>
                </a:solidFill>
                <a:highlight>
                  <a:srgbClr val="1F1F1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ru-RU" sz="2000">
                <a:solidFill>
                  <a:srgbClr val="9CDCFE"/>
                </a:solidFill>
                <a:highlight>
                  <a:srgbClr val="1F1F1F"/>
                </a:highlight>
                <a:latin typeface="Courier New"/>
                <a:ea typeface="Courier New"/>
                <a:cs typeface="Courier New"/>
                <a:sym typeface="Courier New"/>
              </a:rPr>
              <a:t>e</a:t>
            </a:r>
            <a:r>
              <a:rPr lang="ru-RU" sz="2000">
                <a:solidFill>
                  <a:srgbClr val="CCCCCC"/>
                </a:solidFill>
                <a:highlight>
                  <a:srgbClr val="1F1F1F"/>
                </a:highlight>
                <a:latin typeface="Courier New"/>
                <a:ea typeface="Courier New"/>
                <a:cs typeface="Courier New"/>
                <a:sym typeface="Courier New"/>
              </a:rPr>
              <a:t>) </a:t>
            </a:r>
            <a:endParaRPr sz="2000">
              <a:solidFill>
                <a:srgbClr val="CCCCCC"/>
              </a:solidFill>
              <a:highlight>
                <a:srgbClr val="1F1F1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000">
                <a:solidFill>
                  <a:srgbClr val="CCCCCC"/>
                </a:solidFill>
                <a:highlight>
                  <a:srgbClr val="1F1F1F"/>
                </a:highlight>
                <a:latin typeface="Courier New"/>
                <a:ea typeface="Courier New"/>
                <a:cs typeface="Courier New"/>
                <a:sym typeface="Courier New"/>
              </a:rPr>
              <a:t>    {</a:t>
            </a:r>
            <a:endParaRPr sz="2000">
              <a:solidFill>
                <a:srgbClr val="CCCCCC"/>
              </a:solidFill>
              <a:highlight>
                <a:srgbClr val="1F1F1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000">
                <a:solidFill>
                  <a:srgbClr val="CCCCCC"/>
                </a:solidFill>
                <a:highlight>
                  <a:srgbClr val="1F1F1F"/>
                </a:highlight>
                <a:latin typeface="Courier New"/>
                <a:ea typeface="Courier New"/>
                <a:cs typeface="Courier New"/>
                <a:sym typeface="Courier New"/>
              </a:rPr>
              <a:t>        </a:t>
            </a:r>
            <a:r>
              <a:rPr lang="ru-RU" sz="2000">
                <a:solidFill>
                  <a:srgbClr val="C586C0"/>
                </a:solidFill>
                <a:highlight>
                  <a:srgbClr val="1F1F1F"/>
                </a:highlight>
                <a:latin typeface="Courier New"/>
                <a:ea typeface="Courier New"/>
                <a:cs typeface="Courier New"/>
                <a:sym typeface="Courier New"/>
              </a:rPr>
              <a:t>return</a:t>
            </a:r>
            <a:r>
              <a:rPr lang="ru-RU" sz="2000">
                <a:solidFill>
                  <a:srgbClr val="CCCCCC"/>
                </a:solidFill>
                <a:highlight>
                  <a:srgbClr val="1F1F1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ru-RU" sz="2000">
                <a:solidFill>
                  <a:srgbClr val="B5CEA8"/>
                </a:solidFill>
                <a:highlight>
                  <a:srgbClr val="1F1F1F"/>
                </a:highlight>
                <a:latin typeface="Courier New"/>
                <a:ea typeface="Courier New"/>
                <a:cs typeface="Courier New"/>
                <a:sym typeface="Courier New"/>
              </a:rPr>
              <a:t>0</a:t>
            </a:r>
            <a:r>
              <a:rPr lang="ru-RU" sz="2000">
                <a:solidFill>
                  <a:srgbClr val="CCCCCC"/>
                </a:solidFill>
                <a:highlight>
                  <a:srgbClr val="1F1F1F"/>
                </a:highlight>
                <a:latin typeface="Courier New"/>
                <a:ea typeface="Courier New"/>
                <a:cs typeface="Courier New"/>
                <a:sym typeface="Courier New"/>
              </a:rPr>
              <a:t>;</a:t>
            </a:r>
            <a:endParaRPr sz="2000">
              <a:solidFill>
                <a:srgbClr val="CCCCCC"/>
              </a:solidFill>
              <a:highlight>
                <a:srgbClr val="1F1F1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000">
                <a:solidFill>
                  <a:srgbClr val="CCCCCC"/>
                </a:solidFill>
                <a:highlight>
                  <a:srgbClr val="1F1F1F"/>
                </a:highlight>
                <a:latin typeface="Courier New"/>
                <a:ea typeface="Courier New"/>
                <a:cs typeface="Courier New"/>
                <a:sym typeface="Courier New"/>
              </a:rPr>
              <a:t>    }</a:t>
            </a:r>
            <a:endParaRPr sz="2000">
              <a:solidFill>
                <a:srgbClr val="CCCCCC"/>
              </a:solidFill>
              <a:highlight>
                <a:srgbClr val="1F1F1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000">
                <a:solidFill>
                  <a:srgbClr val="CCCCCC"/>
                </a:solidFill>
                <a:highlight>
                  <a:srgbClr val="1F1F1F"/>
                </a:highlight>
                <a:latin typeface="Courier New"/>
                <a:ea typeface="Courier New"/>
                <a:cs typeface="Courier New"/>
                <a:sym typeface="Courier New"/>
              </a:rPr>
              <a:t>}</a:t>
            </a:r>
            <a:endParaRPr sz="2000">
              <a:solidFill>
                <a:srgbClr val="CC7832"/>
              </a:solidFill>
              <a:highlight>
                <a:srgbClr val="2B2B2B"/>
              </a:highlight>
              <a:latin typeface="Courier New"/>
              <a:ea typeface="Courier New"/>
              <a:cs typeface="Courier New"/>
              <a:sym typeface="Courier New"/>
            </a:endParaRPr>
          </a:p>
        </p:txBody>
      </p:sp>
      <p:pic>
        <p:nvPicPr>
          <p:cNvPr id="302" name="Google Shape;302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405531" y="584205"/>
            <a:ext cx="1199100" cy="11991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g3120ba7d59a_0_20"/>
          <p:cNvSpPr txBox="1"/>
          <p:nvPr>
            <p:ph type="title"/>
          </p:nvPr>
        </p:nvSpPr>
        <p:spPr>
          <a:xfrm>
            <a:off x="587375" y="584200"/>
            <a:ext cx="6118200" cy="119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ru-RU"/>
              <a:t>Делай ошибки видимыми</a:t>
            </a:r>
            <a:endParaRPr/>
          </a:p>
        </p:txBody>
      </p:sp>
      <p:pic>
        <p:nvPicPr>
          <p:cNvPr id="308" name="Google Shape;308;g3120ba7d59a_0_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227501" y="584201"/>
            <a:ext cx="1377125" cy="13771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g3120ba7d59a_0_5"/>
          <p:cNvSpPr txBox="1"/>
          <p:nvPr>
            <p:ph type="title"/>
          </p:nvPr>
        </p:nvSpPr>
        <p:spPr>
          <a:xfrm>
            <a:off x="587375" y="584200"/>
            <a:ext cx="6118200" cy="119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ru-RU"/>
              <a:t>#1 Fail Fast</a:t>
            </a:r>
            <a:endParaRPr/>
          </a:p>
        </p:txBody>
      </p:sp>
      <p:sp>
        <p:nvSpPr>
          <p:cNvPr id="314" name="Google Shape;314;g3120ba7d59a_0_5"/>
          <p:cNvSpPr txBox="1"/>
          <p:nvPr/>
        </p:nvSpPr>
        <p:spPr>
          <a:xfrm>
            <a:off x="587375" y="2780775"/>
            <a:ext cx="9018600" cy="4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0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Если что-то идет не так - падай</a:t>
            </a:r>
            <a:endParaRPr sz="200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pic>
        <p:nvPicPr>
          <p:cNvPr id="315" name="Google Shape;315;g3120ba7d59a_0_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87387" y="3651768"/>
            <a:ext cx="464734" cy="464734"/>
          </a:xfrm>
          <a:prstGeom prst="rect">
            <a:avLst/>
          </a:prstGeom>
          <a:noFill/>
          <a:ln>
            <a:noFill/>
          </a:ln>
        </p:spPr>
      </p:pic>
      <p:pic>
        <p:nvPicPr>
          <p:cNvPr id="316" name="Google Shape;316;g3120ba7d59a_0_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87387" y="4466406"/>
            <a:ext cx="464734" cy="464734"/>
          </a:xfrm>
          <a:prstGeom prst="rect">
            <a:avLst/>
          </a:prstGeom>
          <a:noFill/>
          <a:ln>
            <a:noFill/>
          </a:ln>
        </p:spPr>
      </p:pic>
      <p:sp>
        <p:nvSpPr>
          <p:cNvPr id="317" name="Google Shape;317;g3120ba7d59a_0_5"/>
          <p:cNvSpPr txBox="1"/>
          <p:nvPr/>
        </p:nvSpPr>
        <p:spPr>
          <a:xfrm>
            <a:off x="1203263" y="3739056"/>
            <a:ext cx="8827500" cy="1462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000">
                <a:solidFill>
                  <a:srgbClr val="FEFFFE"/>
                </a:solidFill>
                <a:latin typeface="Montserrat"/>
                <a:ea typeface="Montserrat"/>
                <a:cs typeface="Montserrat"/>
                <a:sym typeface="Montserrat"/>
              </a:rPr>
              <a:t>Продолжение после ошибки может привести к другим ошибкам и нецелостным данным</a:t>
            </a:r>
            <a:endParaRPr sz="2000">
              <a:solidFill>
                <a:srgbClr val="FEFFFE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1800"/>
              </a:spcBef>
              <a:spcAft>
                <a:spcPts val="0"/>
              </a:spcAft>
              <a:buNone/>
            </a:pPr>
            <a:r>
              <a:rPr lang="ru-RU" sz="2000">
                <a:solidFill>
                  <a:srgbClr val="FEFFFE"/>
                </a:solidFill>
                <a:latin typeface="Montserrat"/>
                <a:ea typeface="Montserrat"/>
                <a:cs typeface="Montserrat"/>
                <a:sym typeface="Montserrat"/>
              </a:rPr>
              <a:t>Со стратегией Fail Fast проще обнаруживать ошибки при разработке и тестировании</a:t>
            </a:r>
            <a:endParaRPr sz="2000">
              <a:solidFill>
                <a:srgbClr val="FEFFFE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pic>
        <p:nvPicPr>
          <p:cNvPr id="318" name="Google Shape;318;g3120ba7d59a_0_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0227501" y="584201"/>
            <a:ext cx="1377125" cy="13771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g312cb20dbda_1_18"/>
          <p:cNvSpPr txBox="1"/>
          <p:nvPr/>
        </p:nvSpPr>
        <p:spPr>
          <a:xfrm>
            <a:off x="587375" y="1632400"/>
            <a:ext cx="9984600" cy="5110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6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public</a:t>
            </a:r>
            <a:r>
              <a:rPr lang="ru-RU" sz="16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ru-RU" sz="16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class</a:t>
            </a:r>
            <a:r>
              <a:rPr lang="ru-RU" sz="16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ru-RU" sz="16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ReportReceiver</a:t>
            </a:r>
            <a:r>
              <a:rPr lang="ru-RU" sz="16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endParaRPr sz="16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6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{</a:t>
            </a:r>
            <a:endParaRPr sz="16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6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ru-RU" sz="16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private</a:t>
            </a:r>
            <a:r>
              <a:rPr lang="ru-RU" sz="16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ru-RU" sz="16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Dictionary</a:t>
            </a:r>
            <a:r>
              <a:rPr lang="ru-RU" sz="16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&lt;</a:t>
            </a:r>
            <a:r>
              <a:rPr lang="ru-RU" sz="16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Guid</a:t>
            </a:r>
            <a:r>
              <a:rPr lang="ru-RU" sz="16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lang="ru-RU" sz="16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Report</a:t>
            </a:r>
            <a:r>
              <a:rPr lang="ru-RU" sz="16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&gt; </a:t>
            </a:r>
            <a:r>
              <a:rPr lang="ru-RU" sz="16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reportsCache</a:t>
            </a:r>
            <a:r>
              <a:rPr lang="ru-RU" sz="16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</a:t>
            </a:r>
            <a:endParaRPr sz="16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6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ru-RU" sz="16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private</a:t>
            </a:r>
            <a:r>
              <a:rPr lang="ru-RU" sz="16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ru-RU" sz="16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Dictionary</a:t>
            </a:r>
            <a:r>
              <a:rPr lang="ru-RU" sz="16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&lt;</a:t>
            </a:r>
            <a:r>
              <a:rPr lang="ru-RU" sz="16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Guid</a:t>
            </a:r>
            <a:r>
              <a:rPr lang="ru-RU" sz="16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lang="ru-RU" sz="16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Organization</a:t>
            </a:r>
            <a:r>
              <a:rPr lang="ru-RU" sz="16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&gt; </a:t>
            </a:r>
            <a:r>
              <a:rPr lang="ru-RU" sz="16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sendersCache</a:t>
            </a:r>
            <a:r>
              <a:rPr lang="ru-RU" sz="16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</a:t>
            </a:r>
            <a:endParaRPr sz="16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6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ru-RU" sz="16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private</a:t>
            </a:r>
            <a:r>
              <a:rPr lang="ru-RU" sz="16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ru-RU" sz="16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Dictionary</a:t>
            </a:r>
            <a:r>
              <a:rPr lang="ru-RU" sz="16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&lt;</a:t>
            </a:r>
            <a:r>
              <a:rPr lang="ru-RU" sz="16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Guid</a:t>
            </a:r>
            <a:r>
              <a:rPr lang="ru-RU" sz="16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lang="ru-RU" sz="16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Organization</a:t>
            </a:r>
            <a:r>
              <a:rPr lang="ru-RU" sz="16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&gt; </a:t>
            </a:r>
            <a:r>
              <a:rPr lang="ru-RU" sz="16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receiversCache</a:t>
            </a:r>
            <a:r>
              <a:rPr lang="ru-RU" sz="16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</a:t>
            </a:r>
            <a:endParaRPr sz="16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6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ru-RU" sz="16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private</a:t>
            </a:r>
            <a:r>
              <a:rPr lang="ru-RU" sz="16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ru-RU" sz="16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OrganizationRepo</a:t>
            </a:r>
            <a:r>
              <a:rPr lang="ru-RU" sz="16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ru-RU" sz="16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organizationsRepo</a:t>
            </a:r>
            <a:r>
              <a:rPr lang="ru-RU" sz="16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</a:t>
            </a:r>
            <a:endParaRPr sz="16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6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6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ru-RU" sz="16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public</a:t>
            </a:r>
            <a:r>
              <a:rPr lang="ru-RU" sz="16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ru-RU" sz="16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void</a:t>
            </a:r>
            <a:r>
              <a:rPr lang="ru-RU" sz="16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ru-RU" sz="16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ReceiveReport</a:t>
            </a:r>
            <a:r>
              <a:rPr lang="ru-RU" sz="16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ru-RU" sz="16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Report</a:t>
            </a:r>
            <a:r>
              <a:rPr lang="ru-RU" sz="16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ru-RU" sz="16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report</a:t>
            </a:r>
            <a:r>
              <a:rPr lang="ru-RU" sz="16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 {</a:t>
            </a:r>
            <a:endParaRPr sz="16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6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</a:t>
            </a:r>
            <a:r>
              <a:rPr lang="ru-RU" sz="16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if</a:t>
            </a:r>
            <a:r>
              <a:rPr lang="ru-RU" sz="16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(</a:t>
            </a:r>
            <a:r>
              <a:rPr lang="ru-RU" sz="16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!</a:t>
            </a:r>
            <a:r>
              <a:rPr lang="ru-RU" sz="16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reportsCache</a:t>
            </a:r>
            <a:r>
              <a:rPr lang="ru-RU" sz="16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ru-RU" sz="16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ContainsKey</a:t>
            </a:r>
            <a:r>
              <a:rPr lang="ru-RU" sz="16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ru-RU" sz="16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report</a:t>
            </a:r>
            <a:r>
              <a:rPr lang="ru-RU" sz="16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ru-RU" sz="16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Id</a:t>
            </a:r>
            <a:r>
              <a:rPr lang="ru-RU" sz="16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)) {</a:t>
            </a:r>
            <a:endParaRPr sz="16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6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    </a:t>
            </a:r>
            <a:r>
              <a:rPr lang="ru-RU" sz="16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sendersCache</a:t>
            </a:r>
            <a:r>
              <a:rPr lang="ru-RU" sz="16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ru-RU" sz="16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Add</a:t>
            </a:r>
            <a:r>
              <a:rPr lang="ru-RU" sz="16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ru-RU" sz="16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report</a:t>
            </a:r>
            <a:r>
              <a:rPr lang="ru-RU" sz="16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ru-RU" sz="16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Id</a:t>
            </a:r>
            <a:r>
              <a:rPr lang="ru-RU" sz="16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lang="ru-RU" sz="16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organizationsRepo</a:t>
            </a:r>
            <a:r>
              <a:rPr lang="ru-RU" sz="16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ru-RU" sz="16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Get</a:t>
            </a:r>
            <a:r>
              <a:rPr lang="ru-RU" sz="16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ru-RU" sz="16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report</a:t>
            </a:r>
            <a:r>
              <a:rPr lang="ru-RU" sz="16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ru-RU" sz="16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SenderId</a:t>
            </a:r>
            <a:r>
              <a:rPr lang="ru-RU" sz="16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));</a:t>
            </a:r>
            <a:endParaRPr sz="16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6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    </a:t>
            </a:r>
            <a:r>
              <a:rPr lang="ru-RU" sz="16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receiversCache</a:t>
            </a:r>
            <a:r>
              <a:rPr lang="ru-RU" sz="16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ru-RU" sz="16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Add</a:t>
            </a:r>
            <a:r>
              <a:rPr lang="ru-RU" sz="16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ru-RU" sz="16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report</a:t>
            </a:r>
            <a:r>
              <a:rPr lang="ru-RU" sz="16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ru-RU" sz="16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Id</a:t>
            </a:r>
            <a:r>
              <a:rPr lang="ru-RU" sz="16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lang="ru-RU" sz="16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organizationsRepo</a:t>
            </a:r>
            <a:r>
              <a:rPr lang="ru-RU" sz="16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ru-RU" sz="16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Get</a:t>
            </a:r>
            <a:r>
              <a:rPr lang="ru-RU" sz="16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ru-RU" sz="16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report</a:t>
            </a:r>
            <a:r>
              <a:rPr lang="ru-RU" sz="16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ru-RU" sz="16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ReceiverId</a:t>
            </a:r>
            <a:r>
              <a:rPr lang="ru-RU" sz="16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));</a:t>
            </a:r>
            <a:endParaRPr sz="16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6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    </a:t>
            </a:r>
            <a:r>
              <a:rPr lang="ru-RU" sz="16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reportsCache</a:t>
            </a:r>
            <a:r>
              <a:rPr lang="ru-RU" sz="16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ru-RU" sz="16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Add</a:t>
            </a:r>
            <a:r>
              <a:rPr lang="ru-RU" sz="16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ru-RU" sz="16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report</a:t>
            </a:r>
            <a:r>
              <a:rPr lang="ru-RU" sz="16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ru-RU" sz="16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Id</a:t>
            </a:r>
            <a:r>
              <a:rPr lang="ru-RU" sz="16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lang="ru-RU" sz="16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report</a:t>
            </a:r>
            <a:r>
              <a:rPr lang="ru-RU" sz="16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);</a:t>
            </a:r>
            <a:endParaRPr sz="16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6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}</a:t>
            </a:r>
            <a:endParaRPr sz="16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6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}</a:t>
            </a:r>
            <a:endParaRPr sz="16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6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}</a:t>
            </a:r>
            <a:endParaRPr sz="16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</p:txBody>
      </p:sp>
      <p:pic>
        <p:nvPicPr>
          <p:cNvPr id="324" name="Google Shape;324;g312cb20dbda_1_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405531" y="584205"/>
            <a:ext cx="1199100" cy="1199100"/>
          </a:xfrm>
          <a:prstGeom prst="rect">
            <a:avLst/>
          </a:prstGeom>
          <a:noFill/>
          <a:ln>
            <a:noFill/>
          </a:ln>
        </p:spPr>
      </p:pic>
      <p:sp>
        <p:nvSpPr>
          <p:cNvPr id="325" name="Google Shape;325;g312cb20dbda_1_18"/>
          <p:cNvSpPr txBox="1"/>
          <p:nvPr>
            <p:ph type="title"/>
          </p:nvPr>
        </p:nvSpPr>
        <p:spPr>
          <a:xfrm>
            <a:off x="587375" y="584200"/>
            <a:ext cx="6118200" cy="119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ru-RU"/>
              <a:t>Что делает код?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9" name="Shape 3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0" name="Google Shape;330;g3120ba7d59a_0_60"/>
          <p:cNvSpPr txBox="1"/>
          <p:nvPr>
            <p:ph type="title"/>
          </p:nvPr>
        </p:nvSpPr>
        <p:spPr>
          <a:xfrm>
            <a:off x="587375" y="584200"/>
            <a:ext cx="9984600" cy="119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ru-RU" sz="4000"/>
              <a:t>Помни о консистентности долгоживущих объектов</a:t>
            </a:r>
            <a:endParaRPr sz="4000"/>
          </a:p>
        </p:txBody>
      </p:sp>
      <p:sp>
        <p:nvSpPr>
          <p:cNvPr id="331" name="Google Shape;331;g3120ba7d59a_0_60"/>
          <p:cNvSpPr txBox="1"/>
          <p:nvPr/>
        </p:nvSpPr>
        <p:spPr>
          <a:xfrm>
            <a:off x="587375" y="1632400"/>
            <a:ext cx="9984600" cy="5110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6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public</a:t>
            </a:r>
            <a:r>
              <a:rPr lang="ru-RU" sz="16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ru-RU" sz="16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class</a:t>
            </a:r>
            <a:r>
              <a:rPr lang="ru-RU" sz="16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ru-RU" sz="16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ReportReceiver</a:t>
            </a:r>
            <a:r>
              <a:rPr lang="ru-RU" sz="16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endParaRPr sz="16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6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{</a:t>
            </a:r>
            <a:endParaRPr sz="16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6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ru-RU" sz="16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private</a:t>
            </a:r>
            <a:r>
              <a:rPr lang="ru-RU" sz="16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ru-RU" sz="16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Dictionary</a:t>
            </a:r>
            <a:r>
              <a:rPr lang="ru-RU" sz="16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&lt;</a:t>
            </a:r>
            <a:r>
              <a:rPr lang="ru-RU" sz="16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Guid</a:t>
            </a:r>
            <a:r>
              <a:rPr lang="ru-RU" sz="16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lang="ru-RU" sz="16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Report</a:t>
            </a:r>
            <a:r>
              <a:rPr lang="ru-RU" sz="16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&gt; </a:t>
            </a:r>
            <a:r>
              <a:rPr lang="ru-RU" sz="16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reportsCache</a:t>
            </a:r>
            <a:r>
              <a:rPr lang="ru-RU" sz="16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</a:t>
            </a:r>
            <a:endParaRPr sz="16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6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ru-RU" sz="16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private</a:t>
            </a:r>
            <a:r>
              <a:rPr lang="ru-RU" sz="16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ru-RU" sz="16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Dictionary</a:t>
            </a:r>
            <a:r>
              <a:rPr lang="ru-RU" sz="16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&lt;</a:t>
            </a:r>
            <a:r>
              <a:rPr lang="ru-RU" sz="16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Guid</a:t>
            </a:r>
            <a:r>
              <a:rPr lang="ru-RU" sz="16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lang="ru-RU" sz="16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Organization</a:t>
            </a:r>
            <a:r>
              <a:rPr lang="ru-RU" sz="16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&gt; </a:t>
            </a:r>
            <a:r>
              <a:rPr lang="ru-RU" sz="16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sendersCache</a:t>
            </a:r>
            <a:r>
              <a:rPr lang="ru-RU" sz="16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</a:t>
            </a:r>
            <a:endParaRPr sz="16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6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ru-RU" sz="16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private</a:t>
            </a:r>
            <a:r>
              <a:rPr lang="ru-RU" sz="16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ru-RU" sz="16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Dictionary</a:t>
            </a:r>
            <a:r>
              <a:rPr lang="ru-RU" sz="16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&lt;</a:t>
            </a:r>
            <a:r>
              <a:rPr lang="ru-RU" sz="16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Guid</a:t>
            </a:r>
            <a:r>
              <a:rPr lang="ru-RU" sz="16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lang="ru-RU" sz="16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Organization</a:t>
            </a:r>
            <a:r>
              <a:rPr lang="ru-RU" sz="16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&gt; </a:t>
            </a:r>
            <a:r>
              <a:rPr lang="ru-RU" sz="16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receiversCache</a:t>
            </a:r>
            <a:r>
              <a:rPr lang="ru-RU" sz="16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</a:t>
            </a:r>
            <a:endParaRPr sz="16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6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ru-RU" sz="16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private</a:t>
            </a:r>
            <a:r>
              <a:rPr lang="ru-RU" sz="16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ru-RU" sz="16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OrganizationRepo</a:t>
            </a:r>
            <a:r>
              <a:rPr lang="ru-RU" sz="16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ru-RU" sz="16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organizationsRepo</a:t>
            </a:r>
            <a:r>
              <a:rPr lang="ru-RU" sz="16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</a:t>
            </a:r>
            <a:endParaRPr sz="16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6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6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ru-RU" sz="16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public</a:t>
            </a:r>
            <a:r>
              <a:rPr lang="ru-RU" sz="16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ru-RU" sz="16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void</a:t>
            </a:r>
            <a:r>
              <a:rPr lang="ru-RU" sz="16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ru-RU" sz="16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ReceiveReport</a:t>
            </a:r>
            <a:r>
              <a:rPr lang="ru-RU" sz="16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ru-RU" sz="16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Report</a:t>
            </a:r>
            <a:r>
              <a:rPr lang="ru-RU" sz="16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ru-RU" sz="16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report</a:t>
            </a:r>
            <a:r>
              <a:rPr lang="ru-RU" sz="16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 {</a:t>
            </a:r>
            <a:endParaRPr sz="16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6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</a:t>
            </a:r>
            <a:r>
              <a:rPr lang="ru-RU" sz="16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if</a:t>
            </a:r>
            <a:r>
              <a:rPr lang="ru-RU" sz="16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(</a:t>
            </a:r>
            <a:r>
              <a:rPr lang="ru-RU" sz="16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!</a:t>
            </a:r>
            <a:r>
              <a:rPr lang="ru-RU" sz="16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reportsCache</a:t>
            </a:r>
            <a:r>
              <a:rPr lang="ru-RU" sz="16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ru-RU" sz="16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ContainsKey</a:t>
            </a:r>
            <a:r>
              <a:rPr lang="ru-RU" sz="16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ru-RU" sz="16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report</a:t>
            </a:r>
            <a:r>
              <a:rPr lang="ru-RU" sz="16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ru-RU" sz="16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Id</a:t>
            </a:r>
            <a:r>
              <a:rPr lang="ru-RU" sz="16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)) {</a:t>
            </a:r>
            <a:endParaRPr sz="16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6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    </a:t>
            </a:r>
            <a:r>
              <a:rPr lang="ru-RU" sz="16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sendersCache</a:t>
            </a:r>
            <a:r>
              <a:rPr lang="ru-RU" sz="16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ru-RU" sz="16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Add</a:t>
            </a:r>
            <a:r>
              <a:rPr lang="ru-RU" sz="16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ru-RU" sz="16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report</a:t>
            </a:r>
            <a:r>
              <a:rPr lang="ru-RU" sz="16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ru-RU" sz="16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Id</a:t>
            </a:r>
            <a:r>
              <a:rPr lang="ru-RU" sz="16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lang="ru-RU" sz="16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organizationsRepo</a:t>
            </a:r>
            <a:r>
              <a:rPr lang="ru-RU" sz="16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ru-RU" sz="16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Get</a:t>
            </a:r>
            <a:r>
              <a:rPr lang="ru-RU" sz="16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ru-RU" sz="16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report</a:t>
            </a:r>
            <a:r>
              <a:rPr lang="ru-RU" sz="16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ru-RU" sz="16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SenderId</a:t>
            </a:r>
            <a:r>
              <a:rPr lang="ru-RU" sz="16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));</a:t>
            </a:r>
            <a:endParaRPr sz="16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6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    </a:t>
            </a:r>
            <a:r>
              <a:rPr lang="ru-RU" sz="16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receiversCache</a:t>
            </a:r>
            <a:r>
              <a:rPr lang="ru-RU" sz="16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ru-RU" sz="16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Add</a:t>
            </a:r>
            <a:r>
              <a:rPr lang="ru-RU" sz="16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ru-RU" sz="16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report</a:t>
            </a:r>
            <a:r>
              <a:rPr lang="ru-RU" sz="16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ru-RU" sz="16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Id</a:t>
            </a:r>
            <a:r>
              <a:rPr lang="ru-RU" sz="16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lang="ru-RU" sz="16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organizationsRepo</a:t>
            </a:r>
            <a:r>
              <a:rPr lang="ru-RU" sz="16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ru-RU" sz="16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Get</a:t>
            </a:r>
            <a:r>
              <a:rPr lang="ru-RU" sz="16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ru-RU" sz="16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report</a:t>
            </a:r>
            <a:r>
              <a:rPr lang="ru-RU" sz="16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ru-RU" sz="16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ReceiverId</a:t>
            </a:r>
            <a:r>
              <a:rPr lang="ru-RU" sz="16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));</a:t>
            </a:r>
            <a:endParaRPr sz="16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6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    </a:t>
            </a:r>
            <a:r>
              <a:rPr lang="ru-RU" sz="16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reportsCache</a:t>
            </a:r>
            <a:r>
              <a:rPr lang="ru-RU" sz="16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ru-RU" sz="16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Add</a:t>
            </a:r>
            <a:r>
              <a:rPr lang="ru-RU" sz="16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ru-RU" sz="16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report</a:t>
            </a:r>
            <a:r>
              <a:rPr lang="ru-RU" sz="16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ru-RU" sz="16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Id</a:t>
            </a:r>
            <a:r>
              <a:rPr lang="ru-RU" sz="16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lang="ru-RU" sz="16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report</a:t>
            </a:r>
            <a:r>
              <a:rPr lang="ru-RU" sz="16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);</a:t>
            </a:r>
            <a:endParaRPr sz="16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6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}</a:t>
            </a:r>
            <a:endParaRPr sz="16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6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}</a:t>
            </a:r>
            <a:endParaRPr sz="16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6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}</a:t>
            </a:r>
            <a:endParaRPr sz="16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32" name="Google Shape;332;g3120ba7d59a_0_60"/>
          <p:cNvSpPr txBox="1"/>
          <p:nvPr/>
        </p:nvSpPr>
        <p:spPr>
          <a:xfrm rot="-302903">
            <a:off x="4518873" y="5550673"/>
            <a:ext cx="7128654" cy="80051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ru-RU" sz="2000">
                <a:solidFill>
                  <a:srgbClr val="EA9999"/>
                </a:solidFill>
                <a:latin typeface="Montserrat"/>
                <a:ea typeface="Montserrat"/>
                <a:cs typeface="Montserrat"/>
                <a:sym typeface="Montserrat"/>
              </a:rPr>
              <a:t>Fail Fast тоже может нарушить консистентность!</a:t>
            </a:r>
            <a:endParaRPr b="1" sz="2000">
              <a:solidFill>
                <a:srgbClr val="EA9999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ru-RU" sz="2000">
                <a:solidFill>
                  <a:srgbClr val="EA9999"/>
                </a:solidFill>
                <a:latin typeface="Montserrat"/>
                <a:ea typeface="Montserrat"/>
                <a:cs typeface="Montserrat"/>
                <a:sym typeface="Montserrat"/>
              </a:rPr>
              <a:t>Но замалчивание проблем еще опаснее…</a:t>
            </a:r>
            <a:endParaRPr b="1" sz="2000">
              <a:solidFill>
                <a:srgbClr val="EA9999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pic>
        <p:nvPicPr>
          <p:cNvPr id="333" name="Google Shape;333;g3120ba7d59a_0_6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291826" y="584201"/>
            <a:ext cx="1377125" cy="13771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g3120ba7d59a_0_68"/>
          <p:cNvSpPr txBox="1"/>
          <p:nvPr>
            <p:ph type="title"/>
          </p:nvPr>
        </p:nvSpPr>
        <p:spPr>
          <a:xfrm>
            <a:off x="587375" y="577550"/>
            <a:ext cx="11017200" cy="119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ru-RU"/>
              <a:t>Сделай </a:t>
            </a:r>
            <a:r>
              <a:rPr lang="ru-RU"/>
              <a:t>NullReferenceException заметным</a:t>
            </a:r>
            <a:r>
              <a:rPr lang="ru-RU"/>
              <a:t> </a:t>
            </a:r>
            <a:endParaRPr/>
          </a:p>
        </p:txBody>
      </p:sp>
      <p:sp>
        <p:nvSpPr>
          <p:cNvPr id="339" name="Google Shape;339;g3120ba7d59a_0_68"/>
          <p:cNvSpPr txBox="1"/>
          <p:nvPr/>
        </p:nvSpPr>
        <p:spPr>
          <a:xfrm>
            <a:off x="587375" y="2323575"/>
            <a:ext cx="9018600" cy="4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0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Старайся не возвращать </a:t>
            </a:r>
            <a:r>
              <a:rPr b="1" lang="ru-RU" sz="2000">
                <a:solidFill>
                  <a:srgbClr val="9FC5E8"/>
                </a:solidFill>
                <a:latin typeface="Montserrat"/>
                <a:ea typeface="Montserrat"/>
                <a:cs typeface="Montserrat"/>
                <a:sym typeface="Montserrat"/>
              </a:rPr>
              <a:t>null </a:t>
            </a:r>
            <a:r>
              <a:rPr lang="ru-RU" sz="20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никогда!</a:t>
            </a:r>
            <a:endParaRPr sz="200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pic>
        <p:nvPicPr>
          <p:cNvPr id="340" name="Google Shape;340;g3120ba7d59a_0_6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87387" y="3042168"/>
            <a:ext cx="464734" cy="464734"/>
          </a:xfrm>
          <a:prstGeom prst="rect">
            <a:avLst/>
          </a:prstGeom>
          <a:noFill/>
          <a:ln>
            <a:noFill/>
          </a:ln>
        </p:spPr>
      </p:pic>
      <p:pic>
        <p:nvPicPr>
          <p:cNvPr id="341" name="Google Shape;341;g3120ba7d59a_0_6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87387" y="3704406"/>
            <a:ext cx="464734" cy="464734"/>
          </a:xfrm>
          <a:prstGeom prst="rect">
            <a:avLst/>
          </a:prstGeom>
          <a:noFill/>
          <a:ln>
            <a:noFill/>
          </a:ln>
        </p:spPr>
      </p:pic>
      <p:sp>
        <p:nvSpPr>
          <p:cNvPr id="342" name="Google Shape;342;g3120ba7d59a_0_68"/>
          <p:cNvSpPr txBox="1"/>
          <p:nvPr/>
        </p:nvSpPr>
        <p:spPr>
          <a:xfrm>
            <a:off x="1203263" y="3129456"/>
            <a:ext cx="8827500" cy="956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ru-RU" sz="2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throw</a:t>
            </a:r>
            <a:r>
              <a:rPr lang="ru-RU" sz="2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ru-RU" sz="20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NotFoundException</a:t>
            </a:r>
            <a:r>
              <a:rPr lang="ru-RU" sz="2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()</a:t>
            </a:r>
            <a:endParaRPr sz="2000">
              <a:solidFill>
                <a:srgbClr val="FEFFFE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1800"/>
              </a:spcBef>
              <a:spcAft>
                <a:spcPts val="0"/>
              </a:spcAft>
              <a:buNone/>
            </a:pPr>
            <a:r>
              <a:rPr lang="ru-RU" sz="2000">
                <a:solidFill>
                  <a:srgbClr val="FEFFFE"/>
                </a:solidFill>
                <a:latin typeface="Montserrat"/>
                <a:ea typeface="Montserrat"/>
                <a:cs typeface="Montserrat"/>
                <a:sym typeface="Montserrat"/>
              </a:rPr>
              <a:t>Паттерн </a:t>
            </a:r>
            <a:r>
              <a:rPr lang="ru-RU" sz="2000">
                <a:solidFill>
                  <a:srgbClr val="B5CEA8"/>
                </a:solidFill>
                <a:latin typeface="Montserrat"/>
                <a:ea typeface="Montserrat"/>
                <a:cs typeface="Montserrat"/>
                <a:sym typeface="Montserrat"/>
              </a:rPr>
              <a:t>Maybe</a:t>
            </a:r>
            <a:r>
              <a:rPr lang="ru-RU" sz="2000">
                <a:solidFill>
                  <a:srgbClr val="B6D7A8"/>
                </a:solidFill>
                <a:latin typeface="Montserrat"/>
                <a:ea typeface="Montserrat"/>
                <a:cs typeface="Montserrat"/>
                <a:sym typeface="Montserrat"/>
              </a:rPr>
              <a:t> </a:t>
            </a:r>
            <a:r>
              <a:rPr lang="ru-RU" sz="2000">
                <a:solidFill>
                  <a:srgbClr val="FEFFFE"/>
                </a:solidFill>
                <a:latin typeface="Montserrat"/>
                <a:ea typeface="Montserrat"/>
                <a:cs typeface="Montserrat"/>
                <a:sym typeface="Montserrat"/>
              </a:rPr>
              <a:t>/ </a:t>
            </a:r>
            <a:r>
              <a:rPr lang="ru-RU" sz="2000">
                <a:solidFill>
                  <a:srgbClr val="9FC5E8"/>
                </a:solidFill>
                <a:latin typeface="Montserrat"/>
                <a:ea typeface="Montserrat"/>
                <a:cs typeface="Montserrat"/>
                <a:sym typeface="Montserrat"/>
              </a:rPr>
              <a:t>OneOf </a:t>
            </a:r>
            <a:r>
              <a:rPr lang="ru-RU" sz="2000">
                <a:solidFill>
                  <a:srgbClr val="FEFFFE"/>
                </a:solidFill>
                <a:latin typeface="Montserrat"/>
                <a:ea typeface="Montserrat"/>
                <a:cs typeface="Montserrat"/>
                <a:sym typeface="Montserrat"/>
              </a:rPr>
              <a:t>/ </a:t>
            </a:r>
            <a:r>
              <a:rPr lang="ru-RU" sz="2000">
                <a:solidFill>
                  <a:srgbClr val="DCDCAA"/>
                </a:solidFill>
                <a:latin typeface="Montserrat"/>
                <a:ea typeface="Montserrat"/>
                <a:cs typeface="Montserrat"/>
                <a:sym typeface="Montserrat"/>
              </a:rPr>
              <a:t>Result&lt;T&gt;</a:t>
            </a:r>
            <a:endParaRPr>
              <a:solidFill>
                <a:srgbClr val="DCDCAA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343" name="Google Shape;343;g3120ba7d59a_0_68"/>
          <p:cNvSpPr txBox="1"/>
          <p:nvPr/>
        </p:nvSpPr>
        <p:spPr>
          <a:xfrm>
            <a:off x="587375" y="4772425"/>
            <a:ext cx="10814400" cy="4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0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Но если очень хочется, то </a:t>
            </a:r>
            <a:r>
              <a:rPr lang="ru-RU" sz="2000">
                <a:solidFill>
                  <a:srgbClr val="DCDCAA"/>
                </a:solidFill>
                <a:latin typeface="Montserrat"/>
                <a:ea typeface="Montserrat"/>
                <a:cs typeface="Montserrat"/>
                <a:sym typeface="Montserrat"/>
              </a:rPr>
              <a:t>[CanBeNull]</a:t>
            </a:r>
            <a:r>
              <a:rPr lang="ru-RU" sz="20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 + </a:t>
            </a:r>
            <a:r>
              <a:rPr lang="ru-RU" sz="2000">
                <a:solidFill>
                  <a:srgbClr val="C586C0"/>
                </a:solidFill>
                <a:latin typeface="Montserrat"/>
                <a:ea typeface="Montserrat"/>
                <a:cs typeface="Montserrat"/>
                <a:sym typeface="Montserrat"/>
              </a:rPr>
              <a:t>ReSharper</a:t>
            </a:r>
            <a:r>
              <a:rPr lang="ru-RU" sz="20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/</a:t>
            </a:r>
            <a:r>
              <a:rPr lang="ru-RU" sz="2000">
                <a:solidFill>
                  <a:srgbClr val="B5CEA8"/>
                </a:solidFill>
                <a:latin typeface="Montserrat"/>
                <a:ea typeface="Montserrat"/>
                <a:cs typeface="Montserrat"/>
                <a:sym typeface="Montserrat"/>
              </a:rPr>
              <a:t>Rider</a:t>
            </a:r>
            <a:r>
              <a:rPr lang="ru-RU" sz="20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/</a:t>
            </a:r>
            <a:r>
              <a:rPr lang="ru-RU" sz="2000">
                <a:solidFill>
                  <a:srgbClr val="DCDCAA"/>
                </a:solidFill>
                <a:latin typeface="Montserrat"/>
                <a:ea typeface="Montserrat"/>
                <a:cs typeface="Montserrat"/>
                <a:sym typeface="Montserrat"/>
              </a:rPr>
              <a:t>C#8+</a:t>
            </a:r>
            <a:endParaRPr sz="200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344" name="Google Shape;344;g3120ba7d59a_0_68"/>
          <p:cNvSpPr txBox="1"/>
          <p:nvPr/>
        </p:nvSpPr>
        <p:spPr>
          <a:xfrm>
            <a:off x="587375" y="5368450"/>
            <a:ext cx="9342600" cy="4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0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Если нет решарпера, то используй конвенции наименования</a:t>
            </a:r>
            <a:endParaRPr sz="200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8" name="Shape 3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9" name="Google Shape;349;g3120ba7d59a_0_82"/>
          <p:cNvSpPr txBox="1"/>
          <p:nvPr>
            <p:ph type="title"/>
          </p:nvPr>
        </p:nvSpPr>
        <p:spPr>
          <a:xfrm>
            <a:off x="587375" y="584200"/>
            <a:ext cx="10814400" cy="119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ru-RU"/>
              <a:t>#2 Конвенции наименования</a:t>
            </a:r>
            <a:endParaRPr/>
          </a:p>
        </p:txBody>
      </p:sp>
      <p:sp>
        <p:nvSpPr>
          <p:cNvPr id="350" name="Google Shape;350;g3120ba7d59a_0_82"/>
          <p:cNvSpPr txBox="1"/>
          <p:nvPr/>
        </p:nvSpPr>
        <p:spPr>
          <a:xfrm>
            <a:off x="587375" y="2323575"/>
            <a:ext cx="9018600" cy="4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ru-RU" sz="2000">
                <a:solidFill>
                  <a:srgbClr val="9FC5E8"/>
                </a:solidFill>
                <a:latin typeface="Montserrat"/>
                <a:ea typeface="Montserrat"/>
                <a:cs typeface="Montserrat"/>
                <a:sym typeface="Montserrat"/>
              </a:rPr>
              <a:t>null</a:t>
            </a:r>
            <a:r>
              <a:rPr b="1" lang="ru-RU" sz="2000">
                <a:solidFill>
                  <a:srgbClr val="9FC5E8"/>
                </a:solidFill>
                <a:latin typeface="Montserrat"/>
                <a:ea typeface="Montserrat"/>
                <a:cs typeface="Montserrat"/>
                <a:sym typeface="Montserrat"/>
              </a:rPr>
              <a:t> </a:t>
            </a:r>
            <a:r>
              <a:rPr lang="ru-RU" sz="20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разрешено возвращать только методам </a:t>
            </a:r>
            <a:r>
              <a:rPr lang="ru-RU" sz="2000">
                <a:solidFill>
                  <a:srgbClr val="DCDCAA"/>
                </a:solidFill>
                <a:latin typeface="Montserrat"/>
                <a:ea typeface="Montserrat"/>
                <a:cs typeface="Montserrat"/>
                <a:sym typeface="Montserrat"/>
              </a:rPr>
              <a:t>FindXXX </a:t>
            </a:r>
            <a:r>
              <a:rPr lang="ru-RU" sz="20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или </a:t>
            </a:r>
            <a:r>
              <a:rPr lang="ru-RU" sz="2000">
                <a:solidFill>
                  <a:srgbClr val="DCDCAA"/>
                </a:solidFill>
                <a:latin typeface="Montserrat"/>
                <a:ea typeface="Montserrat"/>
                <a:cs typeface="Montserrat"/>
                <a:sym typeface="Montserrat"/>
              </a:rPr>
              <a:t>TryXXX</a:t>
            </a:r>
            <a:endParaRPr sz="2000">
              <a:solidFill>
                <a:srgbClr val="DCDCAA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pic>
        <p:nvPicPr>
          <p:cNvPr id="351" name="Google Shape;351;g3120ba7d59a_0_8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87375" y="3536525"/>
            <a:ext cx="417850" cy="417850"/>
          </a:xfrm>
          <a:prstGeom prst="rect">
            <a:avLst/>
          </a:prstGeom>
          <a:noFill/>
          <a:ln>
            <a:noFill/>
          </a:ln>
        </p:spPr>
      </p:pic>
      <p:pic>
        <p:nvPicPr>
          <p:cNvPr id="352" name="Google Shape;352;g3120ba7d59a_0_82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50025" y="3921200"/>
            <a:ext cx="355200" cy="417825"/>
          </a:xfrm>
          <a:prstGeom prst="rect">
            <a:avLst/>
          </a:prstGeom>
          <a:noFill/>
          <a:ln>
            <a:noFill/>
          </a:ln>
        </p:spPr>
      </p:pic>
      <p:pic>
        <p:nvPicPr>
          <p:cNvPr id="353" name="Google Shape;353;g3120ba7d59a_0_8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87375" y="4374725"/>
            <a:ext cx="417850" cy="417850"/>
          </a:xfrm>
          <a:prstGeom prst="rect">
            <a:avLst/>
          </a:prstGeom>
          <a:noFill/>
          <a:ln>
            <a:noFill/>
          </a:ln>
        </p:spPr>
      </p:pic>
      <p:pic>
        <p:nvPicPr>
          <p:cNvPr id="354" name="Google Shape;354;g3120ba7d59a_0_82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50025" y="4759400"/>
            <a:ext cx="355200" cy="417825"/>
          </a:xfrm>
          <a:prstGeom prst="rect">
            <a:avLst/>
          </a:prstGeom>
          <a:noFill/>
          <a:ln>
            <a:noFill/>
          </a:ln>
        </p:spPr>
      </p:pic>
      <p:pic>
        <p:nvPicPr>
          <p:cNvPr id="355" name="Google Shape;355;g3120ba7d59a_0_82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50025" y="5140400"/>
            <a:ext cx="355200" cy="417825"/>
          </a:xfrm>
          <a:prstGeom prst="rect">
            <a:avLst/>
          </a:prstGeom>
          <a:noFill/>
          <a:ln>
            <a:noFill/>
          </a:ln>
        </p:spPr>
      </p:pic>
      <p:sp>
        <p:nvSpPr>
          <p:cNvPr id="356" name="Google Shape;356;g3120ba7d59a_0_82"/>
          <p:cNvSpPr txBox="1"/>
          <p:nvPr/>
        </p:nvSpPr>
        <p:spPr>
          <a:xfrm>
            <a:off x="1120775" y="3499150"/>
            <a:ext cx="6344400" cy="4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var</a:t>
            </a:r>
            <a:r>
              <a:rPr lang="ru-RU" sz="2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ru-RU" sz="2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name</a:t>
            </a:r>
            <a:r>
              <a:rPr lang="ru-RU" sz="2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ru-RU" sz="2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ru-RU" sz="2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ru-RU" sz="20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FindPerson</a:t>
            </a:r>
            <a:r>
              <a:rPr lang="ru-RU" sz="2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ru-RU" sz="2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id</a:t>
            </a:r>
            <a:r>
              <a:rPr lang="ru-RU" sz="2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).</a:t>
            </a:r>
            <a:r>
              <a:rPr lang="ru-RU" sz="2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Name</a:t>
            </a:r>
            <a:r>
              <a:rPr lang="ru-RU" sz="2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</a:t>
            </a:r>
            <a:endParaRPr/>
          </a:p>
        </p:txBody>
      </p:sp>
      <p:sp>
        <p:nvSpPr>
          <p:cNvPr id="357" name="Google Shape;357;g3120ba7d59a_0_82"/>
          <p:cNvSpPr txBox="1"/>
          <p:nvPr/>
        </p:nvSpPr>
        <p:spPr>
          <a:xfrm>
            <a:off x="1120775" y="3883800"/>
            <a:ext cx="6563700" cy="4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var</a:t>
            </a:r>
            <a:r>
              <a:rPr lang="ru-RU" sz="2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ru-RU" sz="2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name</a:t>
            </a:r>
            <a:r>
              <a:rPr lang="ru-RU" sz="2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ru-RU" sz="2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ru-RU" sz="2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ru-RU" sz="20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FindPerson</a:t>
            </a:r>
            <a:r>
              <a:rPr lang="ru-RU" sz="2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ru-RU" sz="2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id</a:t>
            </a:r>
            <a:r>
              <a:rPr lang="ru-RU" sz="2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</a:t>
            </a:r>
            <a:r>
              <a:rPr lang="ru-RU" sz="2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?</a:t>
            </a:r>
            <a:r>
              <a:rPr lang="ru-RU" sz="2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ru-RU" sz="2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Name</a:t>
            </a:r>
            <a:r>
              <a:rPr lang="ru-RU" sz="2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ru-RU" sz="2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??</a:t>
            </a:r>
            <a:r>
              <a:rPr lang="ru-RU" sz="2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ru-RU" sz="2000">
                <a:solidFill>
                  <a:srgbClr val="CE917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"NA"</a:t>
            </a:r>
            <a:r>
              <a:rPr lang="ru-RU" sz="2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</a:t>
            </a:r>
            <a:endParaRPr/>
          </a:p>
        </p:txBody>
      </p:sp>
      <p:sp>
        <p:nvSpPr>
          <p:cNvPr id="358" name="Google Shape;358;g3120ba7d59a_0_82"/>
          <p:cNvSpPr txBox="1"/>
          <p:nvPr/>
        </p:nvSpPr>
        <p:spPr>
          <a:xfrm>
            <a:off x="1120775" y="4300225"/>
            <a:ext cx="5733900" cy="4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0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Run</a:t>
            </a:r>
            <a:r>
              <a:rPr lang="ru-RU" sz="2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ru-RU" sz="20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TryReadSettings</a:t>
            </a:r>
            <a:r>
              <a:rPr lang="ru-RU" sz="2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ru-RU" sz="2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filename</a:t>
            </a:r>
            <a:r>
              <a:rPr lang="ru-RU" sz="2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));</a:t>
            </a:r>
            <a:endParaRPr/>
          </a:p>
        </p:txBody>
      </p:sp>
      <p:sp>
        <p:nvSpPr>
          <p:cNvPr id="359" name="Google Shape;359;g3120ba7d59a_0_82"/>
          <p:cNvSpPr txBox="1"/>
          <p:nvPr/>
        </p:nvSpPr>
        <p:spPr>
          <a:xfrm>
            <a:off x="1120775" y="4722013"/>
            <a:ext cx="7480800" cy="4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0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Run</a:t>
            </a:r>
            <a:r>
              <a:rPr lang="ru-RU" sz="2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ru-RU" sz="20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TryReadSettings</a:t>
            </a:r>
            <a:r>
              <a:rPr lang="ru-RU" sz="2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ru-RU" sz="2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filename</a:t>
            </a:r>
            <a:r>
              <a:rPr lang="ru-RU" sz="2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 </a:t>
            </a:r>
            <a:r>
              <a:rPr lang="ru-RU" sz="2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??</a:t>
            </a:r>
            <a:r>
              <a:rPr lang="ru-RU" sz="2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ru-RU" sz="2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defaultSettings</a:t>
            </a:r>
            <a:r>
              <a:rPr lang="ru-RU" sz="2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);</a:t>
            </a:r>
            <a:endParaRPr/>
          </a:p>
        </p:txBody>
      </p:sp>
      <p:sp>
        <p:nvSpPr>
          <p:cNvPr id="360" name="Google Shape;360;g3120ba7d59a_0_82"/>
          <p:cNvSpPr txBox="1"/>
          <p:nvPr/>
        </p:nvSpPr>
        <p:spPr>
          <a:xfrm>
            <a:off x="1120775" y="5101300"/>
            <a:ext cx="6978000" cy="4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0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GetConvertor</a:t>
            </a:r>
            <a:r>
              <a:rPr lang="ru-RU" sz="2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ru-RU" sz="2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formatType</a:t>
            </a:r>
            <a:r>
              <a:rPr lang="ru-RU" sz="2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).</a:t>
            </a:r>
            <a:r>
              <a:rPr lang="ru-RU" sz="20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Convert</a:t>
            </a:r>
            <a:r>
              <a:rPr lang="ru-RU" sz="2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ru-RU" sz="20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ReadData</a:t>
            </a:r>
            <a:r>
              <a:rPr lang="ru-RU" sz="2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());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64" name="Shape 3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5" name="Google Shape;365;g3120ba7d59a_0_96"/>
          <p:cNvSpPr txBox="1"/>
          <p:nvPr>
            <p:ph type="title"/>
          </p:nvPr>
        </p:nvSpPr>
        <p:spPr>
          <a:xfrm>
            <a:off x="587375" y="736600"/>
            <a:ext cx="6665100" cy="119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ru-RU"/>
              <a:t>Исключения для исключительного</a:t>
            </a:r>
            <a:endParaRPr/>
          </a:p>
        </p:txBody>
      </p:sp>
      <p:pic>
        <p:nvPicPr>
          <p:cNvPr id="366" name="Google Shape;366;g3120ba7d59a_0_9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227501" y="736601"/>
            <a:ext cx="1377125" cy="13771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70" name="Shape 3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1" name="Google Shape;371;g3120ba7d59a_0_101"/>
          <p:cNvSpPr txBox="1"/>
          <p:nvPr>
            <p:ph type="title"/>
          </p:nvPr>
        </p:nvSpPr>
        <p:spPr>
          <a:xfrm>
            <a:off x="587375" y="583200"/>
            <a:ext cx="9186000" cy="119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ru-RU"/>
              <a:t>#3 Обработай ожидаемые проблемы</a:t>
            </a:r>
            <a:endParaRPr/>
          </a:p>
        </p:txBody>
      </p:sp>
      <p:pic>
        <p:nvPicPr>
          <p:cNvPr id="372" name="Google Shape;372;g3120ba7d59a_0_10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227501" y="583200"/>
            <a:ext cx="1377125" cy="1377150"/>
          </a:xfrm>
          <a:prstGeom prst="rect">
            <a:avLst/>
          </a:prstGeom>
          <a:noFill/>
          <a:ln>
            <a:noFill/>
          </a:ln>
        </p:spPr>
      </p:pic>
      <p:sp>
        <p:nvSpPr>
          <p:cNvPr id="373" name="Google Shape;373;g3120ba7d59a_0_101"/>
          <p:cNvSpPr txBox="1"/>
          <p:nvPr/>
        </p:nvSpPr>
        <p:spPr>
          <a:xfrm>
            <a:off x="587375" y="3137775"/>
            <a:ext cx="3883200" cy="2339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0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Некорректный ввод</a:t>
            </a:r>
            <a:endParaRPr sz="200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Arial"/>
              <a:buNone/>
            </a:pPr>
            <a:r>
              <a:t/>
            </a:r>
            <a:endParaRPr sz="200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0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Ошибка сети</a:t>
            </a:r>
            <a:endParaRPr sz="200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Arial"/>
              <a:buNone/>
            </a:pPr>
            <a:r>
              <a:t/>
            </a:r>
            <a:endParaRPr sz="200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0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Файл настроек не найден</a:t>
            </a:r>
            <a:endParaRPr sz="200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Arial"/>
              <a:buNone/>
            </a:pPr>
            <a:r>
              <a:t/>
            </a:r>
            <a:endParaRPr sz="200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0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Нарушение формата файла</a:t>
            </a:r>
            <a:endParaRPr sz="200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374" name="Google Shape;374;g3120ba7d59a_0_101"/>
          <p:cNvSpPr txBox="1"/>
          <p:nvPr/>
        </p:nvSpPr>
        <p:spPr>
          <a:xfrm>
            <a:off x="5822425" y="3137775"/>
            <a:ext cx="4258200" cy="2647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0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Обратись к пользователю</a:t>
            </a:r>
            <a:endParaRPr sz="200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Arial"/>
              <a:buNone/>
            </a:pPr>
            <a:r>
              <a:t/>
            </a:r>
            <a:endParaRPr sz="200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Arial"/>
              <a:buNone/>
            </a:pPr>
            <a:r>
              <a:rPr lang="ru-RU" sz="20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Повтори попытку</a:t>
            </a:r>
            <a:endParaRPr sz="200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Arial"/>
              <a:buNone/>
            </a:pPr>
            <a:r>
              <a:rPr lang="ru-RU" sz="20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Примени другой метод</a:t>
            </a:r>
            <a:endParaRPr sz="200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Arial"/>
              <a:buNone/>
            </a:pPr>
            <a:r>
              <a:rPr lang="ru-RU" sz="20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Уточни сообщение об ошибке</a:t>
            </a:r>
            <a:endParaRPr sz="200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pic>
        <p:nvPicPr>
          <p:cNvPr id="375" name="Google Shape;375;g3120ba7d59a_0_101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856653" y="3082792"/>
            <a:ext cx="540000" cy="540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376" name="Google Shape;376;g3120ba7d59a_0_101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856653" y="3692392"/>
            <a:ext cx="540000" cy="540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377" name="Google Shape;377;g3120ba7d59a_0_101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856653" y="4301992"/>
            <a:ext cx="540000" cy="540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378" name="Google Shape;378;g3120ba7d59a_0_101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856653" y="4911592"/>
            <a:ext cx="540000" cy="5400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4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4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4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82" name="Shape 3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3" name="Google Shape;383;g3120ba7d59a_0_130"/>
          <p:cNvSpPr txBox="1"/>
          <p:nvPr>
            <p:ph type="title"/>
          </p:nvPr>
        </p:nvSpPr>
        <p:spPr>
          <a:xfrm>
            <a:off x="587375" y="583200"/>
            <a:ext cx="9186000" cy="119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ru-RU"/>
              <a:t>#4 Не строй логику 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ru-RU"/>
              <a:t>на исключениях</a:t>
            </a:r>
            <a:endParaRPr/>
          </a:p>
        </p:txBody>
      </p:sp>
      <p:pic>
        <p:nvPicPr>
          <p:cNvPr id="384" name="Google Shape;384;g3120ba7d59a_0_1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227501" y="583200"/>
            <a:ext cx="1377125" cy="1377150"/>
          </a:xfrm>
          <a:prstGeom prst="rect">
            <a:avLst/>
          </a:prstGeom>
          <a:noFill/>
          <a:ln>
            <a:noFill/>
          </a:ln>
        </p:spPr>
      </p:pic>
      <p:sp>
        <p:nvSpPr>
          <p:cNvPr id="385" name="Google Shape;385;g3120ba7d59a_0_130"/>
          <p:cNvSpPr txBox="1"/>
          <p:nvPr/>
        </p:nvSpPr>
        <p:spPr>
          <a:xfrm>
            <a:off x="587375" y="2730675"/>
            <a:ext cx="3651300" cy="3417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try</a:t>
            </a:r>
            <a:r>
              <a:rPr lang="ru-RU" sz="2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endParaRPr sz="2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{</a:t>
            </a:r>
            <a:endParaRPr sz="2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ru-RU" sz="2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return</a:t>
            </a:r>
            <a:r>
              <a:rPr lang="ru-RU" sz="2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ru-RU" sz="2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int</a:t>
            </a:r>
            <a:r>
              <a:rPr lang="ru-RU" sz="2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ru-RU" sz="20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Parse</a:t>
            </a:r>
            <a:r>
              <a:rPr lang="ru-RU" sz="2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ru-RU" sz="2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</a:t>
            </a:r>
            <a:r>
              <a:rPr lang="ru-RU" sz="2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);</a:t>
            </a:r>
            <a:endParaRPr sz="2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}</a:t>
            </a:r>
            <a:endParaRPr sz="2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catch</a:t>
            </a:r>
            <a:r>
              <a:rPr lang="ru-RU" sz="2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endParaRPr sz="2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{</a:t>
            </a:r>
            <a:endParaRPr sz="2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ru-RU" sz="2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return</a:t>
            </a:r>
            <a:r>
              <a:rPr lang="ru-RU" sz="2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ru-RU" sz="2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</a:t>
            </a:r>
            <a:r>
              <a:rPr lang="ru-RU" sz="2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</a:t>
            </a:r>
            <a:endParaRPr sz="2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}</a:t>
            </a:r>
            <a:endParaRPr sz="2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86" name="Google Shape;386;g3120ba7d59a_0_130"/>
          <p:cNvSpPr txBox="1"/>
          <p:nvPr/>
        </p:nvSpPr>
        <p:spPr>
          <a:xfrm>
            <a:off x="5621050" y="2730675"/>
            <a:ext cx="3463500" cy="4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int</a:t>
            </a:r>
            <a:r>
              <a:rPr lang="ru-RU" sz="2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ru-RU" sz="20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TryParse</a:t>
            </a:r>
            <a:r>
              <a:rPr lang="ru-RU" sz="2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ru-RU" sz="2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</a:t>
            </a:r>
            <a:r>
              <a:rPr lang="ru-RU" sz="2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lang="ru-RU" sz="2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out</a:t>
            </a:r>
            <a:r>
              <a:rPr lang="ru-RU" sz="2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ru-RU" sz="2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v</a:t>
            </a:r>
            <a:r>
              <a:rPr lang="ru-RU" sz="2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</a:t>
            </a:r>
            <a:endParaRPr sz="2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87" name="Google Shape;387;g3120ba7d59a_0_130"/>
          <p:cNvSpPr txBox="1"/>
          <p:nvPr/>
        </p:nvSpPr>
        <p:spPr>
          <a:xfrm>
            <a:off x="3896375" y="4797475"/>
            <a:ext cx="2568000" cy="1262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ru-RU" sz="7000">
                <a:solidFill>
                  <a:srgbClr val="EA9999"/>
                </a:solidFill>
                <a:latin typeface="Montserrat"/>
                <a:ea typeface="Montserrat"/>
                <a:cs typeface="Montserrat"/>
                <a:sym typeface="Montserrat"/>
              </a:rPr>
              <a:t>x300</a:t>
            </a:r>
            <a:endParaRPr b="1" sz="7000">
              <a:solidFill>
                <a:srgbClr val="EA9999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91" name="Shape 3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2" name="Google Shape;392;g3120ba7d59a_0_162"/>
          <p:cNvSpPr txBox="1"/>
          <p:nvPr>
            <p:ph type="title"/>
          </p:nvPr>
        </p:nvSpPr>
        <p:spPr>
          <a:xfrm>
            <a:off x="587375" y="583200"/>
            <a:ext cx="9186000" cy="119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ru-RU"/>
              <a:t>#5 Минимизируй try,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ru-RU"/>
              <a:t>конкретизируй catch</a:t>
            </a:r>
            <a:endParaRPr/>
          </a:p>
        </p:txBody>
      </p:sp>
      <p:pic>
        <p:nvPicPr>
          <p:cNvPr id="393" name="Google Shape;393;g3120ba7d59a_0_16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227501" y="583200"/>
            <a:ext cx="1377125" cy="1377150"/>
          </a:xfrm>
          <a:prstGeom prst="rect">
            <a:avLst/>
          </a:prstGeom>
          <a:noFill/>
          <a:ln>
            <a:noFill/>
          </a:ln>
        </p:spPr>
      </p:pic>
      <p:sp>
        <p:nvSpPr>
          <p:cNvPr id="394" name="Google Shape;394;g3120ba7d59a_0_162"/>
          <p:cNvSpPr txBox="1"/>
          <p:nvPr/>
        </p:nvSpPr>
        <p:spPr>
          <a:xfrm>
            <a:off x="587375" y="2265450"/>
            <a:ext cx="7169400" cy="4670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try</a:t>
            </a:r>
            <a:r>
              <a:rPr lang="ru-RU" sz="2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endParaRPr sz="2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{</a:t>
            </a:r>
            <a:endParaRPr sz="2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000">
                <a:solidFill>
                  <a:srgbClr val="6A9955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//...</a:t>
            </a:r>
            <a:endParaRPr sz="2000">
              <a:solidFill>
                <a:srgbClr val="6A9955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ru-RU" sz="2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var</a:t>
            </a:r>
            <a:r>
              <a:rPr lang="ru-RU" sz="2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ru-RU" sz="2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v</a:t>
            </a:r>
            <a:r>
              <a:rPr lang="ru-RU" sz="2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ru-RU" sz="2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ru-RU" sz="2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ru-RU" sz="2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int</a:t>
            </a:r>
            <a:r>
              <a:rPr lang="ru-RU" sz="2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ru-RU" sz="20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Parse</a:t>
            </a:r>
            <a:r>
              <a:rPr lang="ru-RU" sz="2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ru-RU" sz="2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</a:t>
            </a:r>
            <a:r>
              <a:rPr lang="ru-RU" sz="2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);</a:t>
            </a:r>
            <a:endParaRPr sz="2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000">
                <a:solidFill>
                  <a:srgbClr val="6A9955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//...</a:t>
            </a:r>
            <a:endParaRPr sz="2000">
              <a:solidFill>
                <a:srgbClr val="6A9955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} </a:t>
            </a:r>
            <a:r>
              <a:rPr lang="ru-RU" sz="2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catch</a:t>
            </a:r>
            <a:r>
              <a:rPr lang="ru-RU" sz="2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(</a:t>
            </a:r>
            <a:r>
              <a:rPr lang="ru-RU" sz="2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Exception</a:t>
            </a:r>
            <a:r>
              <a:rPr lang="ru-RU" sz="2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ru-RU" sz="2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e</a:t>
            </a:r>
            <a:r>
              <a:rPr lang="ru-RU" sz="2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 </a:t>
            </a:r>
            <a:endParaRPr sz="2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{</a:t>
            </a:r>
            <a:endParaRPr sz="2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ru-RU" sz="2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throw</a:t>
            </a:r>
            <a:r>
              <a:rPr lang="ru-RU" sz="2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ru-RU" sz="2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new</a:t>
            </a:r>
            <a:r>
              <a:rPr lang="ru-RU" sz="2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ru-RU" sz="2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FormatException</a:t>
            </a:r>
            <a:r>
              <a:rPr lang="ru-RU" sz="2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endParaRPr sz="2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</a:t>
            </a:r>
            <a:r>
              <a:rPr lang="ru-RU" sz="2000">
                <a:solidFill>
                  <a:srgbClr val="CE917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"Incorrect number format"</a:t>
            </a:r>
            <a:r>
              <a:rPr lang="ru-RU" sz="2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lang="ru-RU" sz="2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e</a:t>
            </a:r>
            <a:r>
              <a:rPr lang="ru-RU" sz="2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);</a:t>
            </a:r>
            <a:endParaRPr sz="2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}</a:t>
            </a:r>
            <a:endParaRPr sz="2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98" name="Shape 3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9" name="Google Shape;399;g3120ba7d59a_0_173"/>
          <p:cNvSpPr txBox="1"/>
          <p:nvPr>
            <p:ph type="title"/>
          </p:nvPr>
        </p:nvSpPr>
        <p:spPr>
          <a:xfrm>
            <a:off x="587375" y="583200"/>
            <a:ext cx="9186000" cy="119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ru-RU"/>
              <a:t>Логируй все</a:t>
            </a:r>
            <a:endParaRPr/>
          </a:p>
        </p:txBody>
      </p:sp>
      <p:pic>
        <p:nvPicPr>
          <p:cNvPr id="400" name="Google Shape;400;g3120ba7d59a_0_17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227501" y="583200"/>
            <a:ext cx="1377125" cy="13771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04" name="Shape 4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5" name="Google Shape;405;g3120ba7d59a_0_179"/>
          <p:cNvSpPr txBox="1"/>
          <p:nvPr>
            <p:ph type="title"/>
          </p:nvPr>
        </p:nvSpPr>
        <p:spPr>
          <a:xfrm>
            <a:off x="587375" y="583200"/>
            <a:ext cx="9186000" cy="119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ru-RU"/>
              <a:t>#6 Создай глобальный обработчик</a:t>
            </a:r>
            <a:endParaRPr/>
          </a:p>
        </p:txBody>
      </p:sp>
      <p:pic>
        <p:nvPicPr>
          <p:cNvPr id="406" name="Google Shape;406;g3120ba7d59a_0_17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227501" y="583200"/>
            <a:ext cx="1377125" cy="1377150"/>
          </a:xfrm>
          <a:prstGeom prst="rect">
            <a:avLst/>
          </a:prstGeom>
          <a:noFill/>
          <a:ln>
            <a:noFill/>
          </a:ln>
        </p:spPr>
      </p:pic>
      <p:sp>
        <p:nvSpPr>
          <p:cNvPr id="407" name="Google Shape;407;g3120ba7d59a_0_179"/>
          <p:cNvSpPr txBox="1"/>
          <p:nvPr/>
        </p:nvSpPr>
        <p:spPr>
          <a:xfrm>
            <a:off x="587375" y="1858500"/>
            <a:ext cx="8968500" cy="5088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public</a:t>
            </a:r>
            <a:r>
              <a:rPr lang="ru-RU" sz="2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ru-RU" sz="2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void</a:t>
            </a:r>
            <a:r>
              <a:rPr lang="ru-RU" sz="2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ru-RU" sz="20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Main</a:t>
            </a:r>
            <a:r>
              <a:rPr lang="ru-RU" sz="2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() </a:t>
            </a:r>
            <a:endParaRPr sz="2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{</a:t>
            </a:r>
            <a:endParaRPr sz="2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ru-RU" sz="2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try</a:t>
            </a:r>
            <a:r>
              <a:rPr lang="ru-RU" sz="2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endParaRPr sz="2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{</a:t>
            </a:r>
            <a:endParaRPr sz="2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</a:t>
            </a:r>
            <a:r>
              <a:rPr lang="ru-RU" sz="20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DoEverything</a:t>
            </a:r>
            <a:r>
              <a:rPr lang="ru-RU" sz="2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();</a:t>
            </a:r>
            <a:endParaRPr sz="2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}</a:t>
            </a:r>
            <a:endParaRPr sz="2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ru-RU" sz="2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catch</a:t>
            </a:r>
            <a:r>
              <a:rPr lang="ru-RU" sz="2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(</a:t>
            </a:r>
            <a:r>
              <a:rPr lang="ru-RU" sz="2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Exception</a:t>
            </a:r>
            <a:r>
              <a:rPr lang="ru-RU" sz="2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ru-RU" sz="2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e</a:t>
            </a:r>
            <a:r>
              <a:rPr lang="ru-RU" sz="2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 </a:t>
            </a:r>
            <a:endParaRPr sz="2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{</a:t>
            </a:r>
            <a:endParaRPr sz="2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000">
                <a:solidFill>
                  <a:srgbClr val="6A9955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// залогировать e для отладки и расследований</a:t>
            </a:r>
            <a:endParaRPr sz="2000">
              <a:solidFill>
                <a:srgbClr val="6A9955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000">
                <a:solidFill>
                  <a:srgbClr val="6A9955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// показать грустного котёнка пользователю</a:t>
            </a:r>
            <a:endParaRPr sz="2000">
              <a:solidFill>
                <a:srgbClr val="6A9955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}</a:t>
            </a:r>
            <a:endParaRPr sz="2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}</a:t>
            </a:r>
            <a:endParaRPr sz="2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11" name="Shape 4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2" name="Google Shape;412;g3120ba7d59a_0_187"/>
          <p:cNvSpPr txBox="1"/>
          <p:nvPr>
            <p:ph type="title"/>
          </p:nvPr>
        </p:nvSpPr>
        <p:spPr>
          <a:xfrm>
            <a:off x="587375" y="583200"/>
            <a:ext cx="9186000" cy="119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ru-RU"/>
              <a:t>В том числе на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ru-RU"/>
              <a:t>каждый поток!</a:t>
            </a:r>
            <a:endParaRPr/>
          </a:p>
        </p:txBody>
      </p:sp>
      <p:pic>
        <p:nvPicPr>
          <p:cNvPr id="413" name="Google Shape;413;g3120ba7d59a_0_18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227501" y="583201"/>
            <a:ext cx="1377125" cy="1377150"/>
          </a:xfrm>
          <a:prstGeom prst="rect">
            <a:avLst/>
          </a:prstGeom>
          <a:noFill/>
          <a:ln>
            <a:noFill/>
          </a:ln>
        </p:spPr>
      </p:pic>
      <p:sp>
        <p:nvSpPr>
          <p:cNvPr id="414" name="Google Shape;414;g3120ba7d59a_0_187"/>
          <p:cNvSpPr txBox="1"/>
          <p:nvPr/>
        </p:nvSpPr>
        <p:spPr>
          <a:xfrm>
            <a:off x="587375" y="2872625"/>
            <a:ext cx="8968500" cy="216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public</a:t>
            </a:r>
            <a:r>
              <a:rPr lang="ru-RU" sz="2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ru-RU" sz="2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void</a:t>
            </a:r>
            <a:r>
              <a:rPr lang="ru-RU" sz="2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ru-RU" sz="20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StartProcessing</a:t>
            </a:r>
            <a:r>
              <a:rPr lang="ru-RU" sz="2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ru-RU" sz="2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Data</a:t>
            </a:r>
            <a:r>
              <a:rPr lang="ru-RU" sz="2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ru-RU" sz="2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d</a:t>
            </a:r>
            <a:r>
              <a:rPr lang="ru-RU" sz="2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 </a:t>
            </a:r>
            <a:endParaRPr sz="2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{</a:t>
            </a:r>
            <a:endParaRPr sz="2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ru-RU" sz="2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var</a:t>
            </a:r>
            <a:r>
              <a:rPr lang="ru-RU" sz="2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ru-RU" sz="2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t</a:t>
            </a:r>
            <a:r>
              <a:rPr lang="ru-RU" sz="2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ru-RU" sz="2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ru-RU" sz="2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ru-RU" sz="2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new</a:t>
            </a:r>
            <a:r>
              <a:rPr lang="ru-RU" sz="2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ru-RU" sz="2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Thread</a:t>
            </a:r>
            <a:r>
              <a:rPr lang="ru-RU" sz="2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(() </a:t>
            </a:r>
            <a:r>
              <a:rPr lang="ru-RU" sz="2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=&gt;</a:t>
            </a:r>
            <a:r>
              <a:rPr lang="ru-RU" sz="2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ru-RU" sz="20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ProcessData</a:t>
            </a:r>
            <a:r>
              <a:rPr lang="ru-RU" sz="2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ru-RU" sz="2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d</a:t>
            </a:r>
            <a:r>
              <a:rPr lang="ru-RU" sz="2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));</a:t>
            </a:r>
            <a:endParaRPr sz="2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ru-RU" sz="2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t</a:t>
            </a:r>
            <a:r>
              <a:rPr lang="ru-RU" sz="2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ru-RU" sz="20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Start</a:t>
            </a:r>
            <a:r>
              <a:rPr lang="ru-RU" sz="2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();</a:t>
            </a:r>
            <a:endParaRPr sz="2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}</a:t>
            </a:r>
            <a:endParaRPr sz="2000">
              <a:solidFill>
                <a:srgbClr val="569CD6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18" name="Shape 4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9" name="Google Shape;419;g3120ba7d59a_0_194"/>
          <p:cNvSpPr txBox="1"/>
          <p:nvPr>
            <p:ph type="title"/>
          </p:nvPr>
        </p:nvSpPr>
        <p:spPr>
          <a:xfrm>
            <a:off x="587375" y="583200"/>
            <a:ext cx="9186000" cy="119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ru-RU"/>
              <a:t>DRY</a:t>
            </a:r>
            <a:endParaRPr/>
          </a:p>
        </p:txBody>
      </p:sp>
      <p:pic>
        <p:nvPicPr>
          <p:cNvPr id="420" name="Google Shape;420;g3120ba7d59a_0_19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227501" y="583201"/>
            <a:ext cx="1377125" cy="1377150"/>
          </a:xfrm>
          <a:prstGeom prst="rect">
            <a:avLst/>
          </a:prstGeom>
          <a:noFill/>
          <a:ln>
            <a:noFill/>
          </a:ln>
        </p:spPr>
      </p:pic>
      <p:sp>
        <p:nvSpPr>
          <p:cNvPr id="421" name="Google Shape;421;g3120ba7d59a_0_194"/>
          <p:cNvSpPr txBox="1"/>
          <p:nvPr/>
        </p:nvSpPr>
        <p:spPr>
          <a:xfrm>
            <a:off x="587375" y="1707100"/>
            <a:ext cx="8968500" cy="5088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public</a:t>
            </a:r>
            <a:r>
              <a:rPr lang="ru-RU" sz="2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ru-RU" sz="2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void</a:t>
            </a:r>
            <a:r>
              <a:rPr lang="ru-RU" sz="2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ru-RU" sz="20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HandleErrors</a:t>
            </a:r>
            <a:r>
              <a:rPr lang="ru-RU" sz="2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ru-RU" sz="2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Action</a:t>
            </a:r>
            <a:r>
              <a:rPr lang="ru-RU" sz="2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ru-RU" sz="2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action</a:t>
            </a:r>
            <a:r>
              <a:rPr lang="ru-RU" sz="2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 </a:t>
            </a:r>
            <a:endParaRPr sz="2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{</a:t>
            </a:r>
            <a:endParaRPr sz="2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ru-RU" sz="2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try</a:t>
            </a:r>
            <a:r>
              <a:rPr lang="ru-RU" sz="2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endParaRPr sz="2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{</a:t>
            </a:r>
            <a:endParaRPr sz="2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</a:t>
            </a:r>
            <a:r>
              <a:rPr lang="ru-RU" sz="20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action</a:t>
            </a:r>
            <a:r>
              <a:rPr lang="ru-RU" sz="2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();</a:t>
            </a:r>
            <a:endParaRPr sz="2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}</a:t>
            </a:r>
            <a:endParaRPr sz="2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ru-RU" sz="2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catch</a:t>
            </a:r>
            <a:r>
              <a:rPr lang="ru-RU" sz="2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(</a:t>
            </a:r>
            <a:r>
              <a:rPr lang="ru-RU" sz="2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Exception</a:t>
            </a:r>
            <a:r>
              <a:rPr lang="ru-RU" sz="2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ru-RU" sz="2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e</a:t>
            </a:r>
            <a:r>
              <a:rPr lang="ru-RU" sz="2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</a:t>
            </a:r>
            <a:endParaRPr sz="2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{</a:t>
            </a:r>
            <a:endParaRPr sz="2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000">
                <a:solidFill>
                  <a:srgbClr val="6A9955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// залогировать e для отладки и расследований</a:t>
            </a:r>
            <a:endParaRPr sz="2000">
              <a:solidFill>
                <a:srgbClr val="6A9955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000">
                <a:solidFill>
                  <a:srgbClr val="6A9955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// показать грустного котёнка пользователю</a:t>
            </a:r>
            <a:endParaRPr sz="2000">
              <a:solidFill>
                <a:srgbClr val="6A9955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}</a:t>
            </a:r>
            <a:endParaRPr sz="2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}</a:t>
            </a:r>
            <a:endParaRPr sz="2000">
              <a:solidFill>
                <a:srgbClr val="569CD6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25" name="Shape 4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6" name="Google Shape;426;g3120ba7d59a_0_201"/>
          <p:cNvSpPr txBox="1"/>
          <p:nvPr>
            <p:ph type="title"/>
          </p:nvPr>
        </p:nvSpPr>
        <p:spPr>
          <a:xfrm>
            <a:off x="587375" y="583200"/>
            <a:ext cx="9186000" cy="119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ru-RU"/>
              <a:t>В том числе на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ru-RU"/>
              <a:t>каждый поток!</a:t>
            </a:r>
            <a:endParaRPr/>
          </a:p>
        </p:txBody>
      </p:sp>
      <p:pic>
        <p:nvPicPr>
          <p:cNvPr id="427" name="Google Shape;427;g3120ba7d59a_0_20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227501" y="583201"/>
            <a:ext cx="1377125" cy="1377150"/>
          </a:xfrm>
          <a:prstGeom prst="rect">
            <a:avLst/>
          </a:prstGeom>
          <a:noFill/>
          <a:ln>
            <a:noFill/>
          </a:ln>
        </p:spPr>
      </p:pic>
      <p:sp>
        <p:nvSpPr>
          <p:cNvPr id="428" name="Google Shape;428;g3120ba7d59a_0_201"/>
          <p:cNvSpPr txBox="1"/>
          <p:nvPr/>
        </p:nvSpPr>
        <p:spPr>
          <a:xfrm>
            <a:off x="587375" y="2872625"/>
            <a:ext cx="8968500" cy="2581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public</a:t>
            </a:r>
            <a:r>
              <a:rPr lang="ru-RU" sz="2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ru-RU" sz="2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void</a:t>
            </a:r>
            <a:r>
              <a:rPr lang="ru-RU" sz="2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ru-RU" sz="20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StartProcessing</a:t>
            </a:r>
            <a:r>
              <a:rPr lang="ru-RU" sz="2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ru-RU" sz="2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Data</a:t>
            </a:r>
            <a:r>
              <a:rPr lang="ru-RU" sz="2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ru-RU" sz="2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d</a:t>
            </a:r>
            <a:r>
              <a:rPr lang="ru-RU" sz="2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 </a:t>
            </a:r>
            <a:endParaRPr sz="2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{</a:t>
            </a:r>
            <a:endParaRPr sz="2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ru-RU" sz="2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var</a:t>
            </a:r>
            <a:r>
              <a:rPr lang="ru-RU" sz="2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ru-RU" sz="2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t</a:t>
            </a:r>
            <a:r>
              <a:rPr lang="ru-RU" sz="2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ru-RU" sz="2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ru-RU" sz="2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ru-RU" sz="2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new</a:t>
            </a:r>
            <a:r>
              <a:rPr lang="ru-RU" sz="2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ru-RU" sz="2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Thread</a:t>
            </a:r>
            <a:r>
              <a:rPr lang="ru-RU" sz="2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(() </a:t>
            </a:r>
            <a:r>
              <a:rPr lang="ru-RU" sz="2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=&gt;</a:t>
            </a:r>
            <a:endParaRPr sz="2000">
              <a:solidFill>
                <a:srgbClr val="D4D4D4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</a:t>
            </a:r>
            <a:r>
              <a:rPr lang="ru-RU" sz="20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HandleErrors</a:t>
            </a:r>
            <a:r>
              <a:rPr lang="ru-RU" sz="2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(() </a:t>
            </a:r>
            <a:r>
              <a:rPr lang="ru-RU" sz="2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=&gt;</a:t>
            </a:r>
            <a:r>
              <a:rPr lang="ru-RU" sz="2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ru-RU" sz="20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ProcessData</a:t>
            </a:r>
            <a:r>
              <a:rPr lang="ru-RU" sz="2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ru-RU" sz="2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d</a:t>
            </a:r>
            <a:r>
              <a:rPr lang="ru-RU" sz="2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)));</a:t>
            </a:r>
            <a:endParaRPr sz="2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ru-RU" sz="2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t</a:t>
            </a:r>
            <a:r>
              <a:rPr lang="ru-RU" sz="2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ru-RU" sz="20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Start</a:t>
            </a:r>
            <a:r>
              <a:rPr lang="ru-RU" sz="2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();</a:t>
            </a:r>
            <a:endParaRPr sz="2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}</a:t>
            </a:r>
            <a:endParaRPr sz="2000">
              <a:solidFill>
                <a:srgbClr val="569CD6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32" name="Shape 4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3" name="Google Shape;433;g3120ba7d59a_0_208"/>
          <p:cNvSpPr txBox="1"/>
          <p:nvPr>
            <p:ph type="title"/>
          </p:nvPr>
        </p:nvSpPr>
        <p:spPr>
          <a:xfrm>
            <a:off x="587375" y="583200"/>
            <a:ext cx="9186000" cy="119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ru-RU"/>
              <a:t>И, возможно,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ru-RU"/>
              <a:t>в действиях GUI</a:t>
            </a:r>
            <a:endParaRPr/>
          </a:p>
        </p:txBody>
      </p:sp>
      <p:pic>
        <p:nvPicPr>
          <p:cNvPr id="434" name="Google Shape;434;g3120ba7d59a_0_20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227501" y="583201"/>
            <a:ext cx="1377125" cy="1377150"/>
          </a:xfrm>
          <a:prstGeom prst="rect">
            <a:avLst/>
          </a:prstGeom>
          <a:noFill/>
          <a:ln>
            <a:noFill/>
          </a:ln>
        </p:spPr>
      </p:pic>
      <p:sp>
        <p:nvSpPr>
          <p:cNvPr id="435" name="Google Shape;435;g3120ba7d59a_0_208"/>
          <p:cNvSpPr txBox="1"/>
          <p:nvPr/>
        </p:nvSpPr>
        <p:spPr>
          <a:xfrm>
            <a:off x="587375" y="2872625"/>
            <a:ext cx="8968500" cy="1746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public</a:t>
            </a:r>
            <a:r>
              <a:rPr lang="ru-RU" sz="2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ru-RU" sz="2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void</a:t>
            </a:r>
            <a:r>
              <a:rPr lang="ru-RU" sz="2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ru-RU" sz="20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OnClick</a:t>
            </a:r>
            <a:r>
              <a:rPr lang="ru-RU" sz="2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ru-RU" sz="2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object</a:t>
            </a:r>
            <a:r>
              <a:rPr lang="ru-RU" sz="2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ru-RU" sz="2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sender</a:t>
            </a:r>
            <a:r>
              <a:rPr lang="ru-RU" sz="2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lang="ru-RU" sz="2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MouseEvent</a:t>
            </a:r>
            <a:r>
              <a:rPr lang="ru-RU" sz="2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ru-RU" sz="2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e</a:t>
            </a:r>
            <a:r>
              <a:rPr lang="ru-RU" sz="2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 </a:t>
            </a:r>
            <a:endParaRPr sz="2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{</a:t>
            </a:r>
            <a:endParaRPr sz="2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ru-RU" sz="20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HandleErrors</a:t>
            </a:r>
            <a:r>
              <a:rPr lang="ru-RU" sz="2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(() </a:t>
            </a:r>
            <a:r>
              <a:rPr lang="ru-RU" sz="2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=&gt;</a:t>
            </a:r>
            <a:r>
              <a:rPr lang="ru-RU" sz="2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ru-RU" sz="20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PerformUnsafeAction</a:t>
            </a:r>
            <a:r>
              <a:rPr lang="ru-RU" sz="2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());</a:t>
            </a:r>
            <a:endParaRPr sz="2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}</a:t>
            </a:r>
            <a:endParaRPr sz="2000">
              <a:solidFill>
                <a:srgbClr val="569CD6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39" name="Shape 4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0" name="Google Shape;440;g3120ba7d59a_0_215"/>
          <p:cNvSpPr txBox="1"/>
          <p:nvPr>
            <p:ph type="title"/>
          </p:nvPr>
        </p:nvSpPr>
        <p:spPr>
          <a:xfrm>
            <a:off x="587375" y="583200"/>
            <a:ext cx="10437300" cy="119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ru-RU"/>
              <a:t>Как узнать о необработанном исключении</a:t>
            </a:r>
            <a:endParaRPr/>
          </a:p>
        </p:txBody>
      </p:sp>
      <p:pic>
        <p:nvPicPr>
          <p:cNvPr id="441" name="Google Shape;441;g3120ba7d59a_0_2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87387" y="3651768"/>
            <a:ext cx="464734" cy="464734"/>
          </a:xfrm>
          <a:prstGeom prst="rect">
            <a:avLst/>
          </a:prstGeom>
          <a:noFill/>
          <a:ln>
            <a:noFill/>
          </a:ln>
        </p:spPr>
      </p:pic>
      <p:sp>
        <p:nvSpPr>
          <p:cNvPr id="442" name="Google Shape;442;g3120ba7d59a_0_215"/>
          <p:cNvSpPr txBox="1"/>
          <p:nvPr/>
        </p:nvSpPr>
        <p:spPr>
          <a:xfrm>
            <a:off x="1203263" y="3739056"/>
            <a:ext cx="8827500" cy="725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Arial"/>
              <a:buNone/>
            </a:pPr>
            <a:r>
              <a:rPr lang="ru-RU" sz="2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AppDomain</a:t>
            </a:r>
            <a:r>
              <a:rPr lang="ru-RU" sz="2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ru-RU" sz="2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CurrentDomain</a:t>
            </a:r>
            <a:r>
              <a:rPr lang="ru-RU" sz="2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ru-RU" sz="2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UnhandledException</a:t>
            </a:r>
            <a:endParaRPr sz="2000">
              <a:solidFill>
                <a:srgbClr val="9CDCFE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ru-RU" sz="2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ru-RU" sz="2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+=</a:t>
            </a:r>
            <a:r>
              <a:rPr lang="ru-RU" sz="2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(</a:t>
            </a:r>
            <a:r>
              <a:rPr lang="ru-RU" sz="2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_</a:t>
            </a:r>
            <a:r>
              <a:rPr lang="ru-RU" sz="2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lang="ru-RU" sz="2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args</a:t>
            </a:r>
            <a:r>
              <a:rPr lang="ru-RU" sz="2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 </a:t>
            </a:r>
            <a:r>
              <a:rPr lang="ru-RU" sz="2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=&gt;</a:t>
            </a:r>
            <a:r>
              <a:rPr lang="ru-RU" sz="2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ru-RU" sz="20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Log</a:t>
            </a:r>
            <a:r>
              <a:rPr lang="ru-RU" sz="2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ru-RU" sz="2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args</a:t>
            </a:r>
            <a:r>
              <a:rPr lang="ru-RU" sz="2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ru-RU" sz="2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ExceptionObject</a:t>
            </a:r>
            <a:r>
              <a:rPr lang="ru-RU" sz="2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</a:t>
            </a:r>
            <a:endParaRPr sz="2000">
              <a:solidFill>
                <a:srgbClr val="FEFFFE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pic>
        <p:nvPicPr>
          <p:cNvPr id="443" name="Google Shape;443;g3120ba7d59a_0_2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87387" y="4642368"/>
            <a:ext cx="464734" cy="464734"/>
          </a:xfrm>
          <a:prstGeom prst="rect">
            <a:avLst/>
          </a:prstGeom>
          <a:noFill/>
          <a:ln>
            <a:noFill/>
          </a:ln>
        </p:spPr>
      </p:pic>
      <p:sp>
        <p:nvSpPr>
          <p:cNvPr id="444" name="Google Shape;444;g3120ba7d59a_0_215"/>
          <p:cNvSpPr txBox="1"/>
          <p:nvPr/>
        </p:nvSpPr>
        <p:spPr>
          <a:xfrm>
            <a:off x="1203275" y="4729653"/>
            <a:ext cx="88275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Arial"/>
              <a:buNone/>
            </a:pPr>
            <a:r>
              <a:rPr lang="ru-RU" sz="2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Windows</a:t>
            </a:r>
            <a:r>
              <a:rPr lang="ru-RU" sz="2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ru-RU" sz="2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Event</a:t>
            </a:r>
            <a:r>
              <a:rPr lang="ru-RU" sz="2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ru-RU" sz="2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Log</a:t>
            </a:r>
            <a:r>
              <a:rPr lang="ru-RU" sz="2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ru-RU" sz="20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Viewer</a:t>
            </a:r>
            <a:r>
              <a:rPr lang="ru-RU" sz="2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(eventvwr)</a:t>
            </a:r>
            <a:endParaRPr sz="2000">
              <a:solidFill>
                <a:srgbClr val="9CDCFE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</p:txBody>
      </p:sp>
      <p:pic>
        <p:nvPicPr>
          <p:cNvPr id="445" name="Google Shape;445;g3120ba7d59a_0_2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87387" y="5232112"/>
            <a:ext cx="464734" cy="464734"/>
          </a:xfrm>
          <a:prstGeom prst="rect">
            <a:avLst/>
          </a:prstGeom>
          <a:noFill/>
          <a:ln>
            <a:noFill/>
          </a:ln>
        </p:spPr>
      </p:pic>
      <p:sp>
        <p:nvSpPr>
          <p:cNvPr id="446" name="Google Shape;446;g3120ba7d59a_0_215"/>
          <p:cNvSpPr txBox="1"/>
          <p:nvPr/>
        </p:nvSpPr>
        <p:spPr>
          <a:xfrm>
            <a:off x="1203275" y="5293020"/>
            <a:ext cx="88275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152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Arial"/>
              <a:buNone/>
            </a:pPr>
            <a:r>
              <a:rPr lang="ru-RU" sz="2000">
                <a:solidFill>
                  <a:srgbClr val="C699E3"/>
                </a:solidFill>
                <a:latin typeface="Consolas"/>
                <a:ea typeface="Consolas"/>
                <a:cs typeface="Consolas"/>
                <a:sym typeface="Consolas"/>
              </a:rPr>
              <a:t>cat</a:t>
            </a:r>
            <a:r>
              <a:rPr lang="ru-RU" sz="2000">
                <a:solidFill>
                  <a:srgbClr val="F9FAFB"/>
                </a:solidFill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ru-RU" sz="2000">
                <a:solidFill>
                  <a:srgbClr val="CCCCCC"/>
                </a:solidFill>
                <a:latin typeface="Consolas"/>
                <a:ea typeface="Consolas"/>
                <a:cs typeface="Consolas"/>
                <a:sym typeface="Consolas"/>
              </a:rPr>
              <a:t>/var/log/syslog</a:t>
            </a:r>
            <a:endParaRPr sz="2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50" name="Shape 4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1" name="Google Shape;451;g3120ba7d59a_0_227"/>
          <p:cNvSpPr txBox="1"/>
          <p:nvPr>
            <p:ph type="title"/>
          </p:nvPr>
        </p:nvSpPr>
        <p:spPr>
          <a:xfrm>
            <a:off x="587375" y="583200"/>
            <a:ext cx="10437300" cy="119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ru-RU"/>
              <a:t>#7 Добавь подробностей - быстрее найдешь ошибку</a:t>
            </a:r>
            <a:endParaRPr/>
          </a:p>
        </p:txBody>
      </p:sp>
      <p:sp>
        <p:nvSpPr>
          <p:cNvPr id="452" name="Google Shape;452;g3120ba7d59a_0_227"/>
          <p:cNvSpPr txBox="1"/>
          <p:nvPr/>
        </p:nvSpPr>
        <p:spPr>
          <a:xfrm>
            <a:off x="587375" y="2293250"/>
            <a:ext cx="8804700" cy="4252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public</a:t>
            </a:r>
            <a:r>
              <a:rPr lang="ru-RU" sz="2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ru-RU" sz="2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double</a:t>
            </a:r>
            <a:r>
              <a:rPr lang="ru-RU" sz="2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[] </a:t>
            </a:r>
            <a:r>
              <a:rPr lang="ru-RU" sz="20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ParseLine</a:t>
            </a:r>
            <a:r>
              <a:rPr lang="ru-RU" sz="2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ru-RU" sz="2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string</a:t>
            </a:r>
            <a:r>
              <a:rPr lang="ru-RU" sz="2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ru-RU" sz="2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line</a:t>
            </a:r>
            <a:r>
              <a:rPr lang="ru-RU" sz="2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 {</a:t>
            </a:r>
            <a:endParaRPr sz="2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ru-RU" sz="2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try</a:t>
            </a:r>
            <a:r>
              <a:rPr lang="ru-RU" sz="2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{</a:t>
            </a:r>
            <a:endParaRPr sz="2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</a:t>
            </a:r>
            <a:r>
              <a:rPr lang="ru-RU" sz="2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return</a:t>
            </a:r>
            <a:r>
              <a:rPr lang="ru-RU" sz="2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ru-RU" sz="2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line</a:t>
            </a:r>
            <a:r>
              <a:rPr lang="ru-RU" sz="2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ru-RU" sz="20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Split</a:t>
            </a:r>
            <a:r>
              <a:rPr lang="ru-RU" sz="2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()</a:t>
            </a:r>
            <a:endParaRPr sz="2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    .</a:t>
            </a:r>
            <a:r>
              <a:rPr lang="ru-RU" sz="20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Select</a:t>
            </a:r>
            <a:r>
              <a:rPr lang="ru-RU" sz="2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ru-RU" sz="2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double</a:t>
            </a:r>
            <a:r>
              <a:rPr lang="ru-RU" sz="2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ru-RU" sz="2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Parse</a:t>
            </a:r>
            <a:r>
              <a:rPr lang="ru-RU" sz="2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).</a:t>
            </a:r>
            <a:r>
              <a:rPr lang="ru-RU" sz="20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ToArray</a:t>
            </a:r>
            <a:r>
              <a:rPr lang="ru-RU" sz="2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();</a:t>
            </a:r>
            <a:endParaRPr sz="2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}</a:t>
            </a:r>
            <a:endParaRPr sz="2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ru-RU" sz="2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catch</a:t>
            </a:r>
            <a:r>
              <a:rPr lang="ru-RU" sz="2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(</a:t>
            </a:r>
            <a:r>
              <a:rPr lang="ru-RU" sz="2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FormatException</a:t>
            </a:r>
            <a:r>
              <a:rPr lang="ru-RU" sz="2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ru-RU" sz="2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e</a:t>
            </a:r>
            <a:r>
              <a:rPr lang="ru-RU" sz="2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 {</a:t>
            </a:r>
            <a:endParaRPr sz="2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</a:t>
            </a:r>
            <a:r>
              <a:rPr lang="ru-RU" sz="2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throw</a:t>
            </a:r>
            <a:r>
              <a:rPr lang="ru-RU" sz="2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ru-RU" sz="2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new</a:t>
            </a:r>
            <a:r>
              <a:rPr lang="ru-RU" sz="2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ru-RU" sz="2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FormatException</a:t>
            </a:r>
            <a:r>
              <a:rPr lang="ru-RU" sz="2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endParaRPr sz="2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</a:t>
            </a:r>
            <a:r>
              <a:rPr lang="ru-RU" sz="2000">
                <a:solidFill>
                  <a:srgbClr val="CE917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$"Incorrect value in line [{</a:t>
            </a:r>
            <a:r>
              <a:rPr lang="ru-RU" sz="2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line</a:t>
            </a:r>
            <a:r>
              <a:rPr lang="ru-RU" sz="2000">
                <a:solidFill>
                  <a:srgbClr val="CE917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}]"</a:t>
            </a:r>
            <a:r>
              <a:rPr lang="ru-RU" sz="2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);</a:t>
            </a:r>
            <a:endParaRPr sz="2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}</a:t>
            </a:r>
            <a:endParaRPr sz="2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}</a:t>
            </a:r>
            <a:endParaRPr sz="2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56" name="Shape 4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7" name="Google Shape;457;g3120ba7d59a_0_238"/>
          <p:cNvSpPr txBox="1"/>
          <p:nvPr>
            <p:ph type="title"/>
          </p:nvPr>
        </p:nvSpPr>
        <p:spPr>
          <a:xfrm>
            <a:off x="587375" y="583200"/>
            <a:ext cx="10437300" cy="119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ru-RU"/>
              <a:t>#7 Добавь подробностей - быстрее найдешь ошибку</a:t>
            </a:r>
            <a:endParaRPr/>
          </a:p>
        </p:txBody>
      </p:sp>
      <p:sp>
        <p:nvSpPr>
          <p:cNvPr id="458" name="Google Shape;458;g3120ba7d59a_0_238"/>
          <p:cNvSpPr txBox="1"/>
          <p:nvPr/>
        </p:nvSpPr>
        <p:spPr>
          <a:xfrm>
            <a:off x="587375" y="2293250"/>
            <a:ext cx="8804700" cy="4252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public</a:t>
            </a:r>
            <a:r>
              <a:rPr lang="ru-RU" sz="2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ru-RU" sz="2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double</a:t>
            </a:r>
            <a:r>
              <a:rPr lang="ru-RU" sz="2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[] </a:t>
            </a:r>
            <a:r>
              <a:rPr lang="ru-RU" sz="20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ParseLine</a:t>
            </a:r>
            <a:r>
              <a:rPr lang="ru-RU" sz="2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ru-RU" sz="2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string</a:t>
            </a:r>
            <a:r>
              <a:rPr lang="ru-RU" sz="2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ru-RU" sz="2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line</a:t>
            </a:r>
            <a:r>
              <a:rPr lang="ru-RU" sz="2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 {</a:t>
            </a:r>
            <a:endParaRPr sz="2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ru-RU" sz="2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try</a:t>
            </a:r>
            <a:r>
              <a:rPr lang="ru-RU" sz="2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{</a:t>
            </a:r>
            <a:endParaRPr sz="2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</a:t>
            </a:r>
            <a:r>
              <a:rPr lang="ru-RU" sz="2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return</a:t>
            </a:r>
            <a:r>
              <a:rPr lang="ru-RU" sz="2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ru-RU" sz="2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line</a:t>
            </a:r>
            <a:r>
              <a:rPr lang="ru-RU" sz="2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ru-RU" sz="20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Split</a:t>
            </a:r>
            <a:r>
              <a:rPr lang="ru-RU" sz="2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()</a:t>
            </a:r>
            <a:endParaRPr sz="2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    .</a:t>
            </a:r>
            <a:r>
              <a:rPr lang="ru-RU" sz="20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Select</a:t>
            </a:r>
            <a:r>
              <a:rPr lang="ru-RU" sz="2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ru-RU" sz="2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double</a:t>
            </a:r>
            <a:r>
              <a:rPr lang="ru-RU" sz="2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ru-RU" sz="2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Parse</a:t>
            </a:r>
            <a:r>
              <a:rPr lang="ru-RU" sz="2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).</a:t>
            </a:r>
            <a:r>
              <a:rPr lang="ru-RU" sz="20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ToArray</a:t>
            </a:r>
            <a:r>
              <a:rPr lang="ru-RU" sz="2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();</a:t>
            </a:r>
            <a:endParaRPr sz="2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}</a:t>
            </a:r>
            <a:endParaRPr sz="2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ru-RU" sz="2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catch</a:t>
            </a:r>
            <a:r>
              <a:rPr lang="ru-RU" sz="2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(</a:t>
            </a:r>
            <a:r>
              <a:rPr lang="ru-RU" sz="2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FormatException</a:t>
            </a:r>
            <a:r>
              <a:rPr lang="ru-RU" sz="2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ru-RU" sz="2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e</a:t>
            </a:r>
            <a:r>
              <a:rPr lang="ru-RU" sz="2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 {</a:t>
            </a:r>
            <a:endParaRPr sz="2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</a:t>
            </a:r>
            <a:r>
              <a:rPr lang="ru-RU" sz="2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throw</a:t>
            </a:r>
            <a:r>
              <a:rPr lang="ru-RU" sz="2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ru-RU" sz="2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new</a:t>
            </a:r>
            <a:r>
              <a:rPr lang="ru-RU" sz="2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ru-RU" sz="2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FormatException</a:t>
            </a:r>
            <a:r>
              <a:rPr lang="ru-RU" sz="2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endParaRPr sz="2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</a:t>
            </a:r>
            <a:r>
              <a:rPr lang="ru-RU" sz="2000">
                <a:solidFill>
                  <a:srgbClr val="CE917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$"Incorrect value in line [{</a:t>
            </a:r>
            <a:r>
              <a:rPr lang="ru-RU" sz="2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line</a:t>
            </a:r>
            <a:r>
              <a:rPr lang="ru-RU" sz="2000">
                <a:solidFill>
                  <a:srgbClr val="CE917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}]"</a:t>
            </a:r>
            <a:r>
              <a:rPr lang="ru-RU" sz="2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lang="ru-RU" sz="2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e</a:t>
            </a:r>
            <a:r>
              <a:rPr lang="ru-RU" sz="2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);</a:t>
            </a:r>
            <a:endParaRPr sz="2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}</a:t>
            </a:r>
            <a:endParaRPr sz="2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}</a:t>
            </a:r>
            <a:endParaRPr sz="2000">
              <a:solidFill>
                <a:srgbClr val="569CD6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62" name="Shape 4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3" name="Google Shape;463;g3120ba7d59a_0_244"/>
          <p:cNvSpPr txBox="1"/>
          <p:nvPr>
            <p:ph type="title"/>
          </p:nvPr>
        </p:nvSpPr>
        <p:spPr>
          <a:xfrm>
            <a:off x="587375" y="583200"/>
            <a:ext cx="10437300" cy="119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ru-RU"/>
              <a:t>Резюме</a:t>
            </a:r>
            <a:endParaRPr/>
          </a:p>
        </p:txBody>
      </p:sp>
      <p:sp>
        <p:nvSpPr>
          <p:cNvPr id="464" name="Google Shape;464;g3120ba7d59a_0_244"/>
          <p:cNvSpPr txBox="1"/>
          <p:nvPr/>
        </p:nvSpPr>
        <p:spPr>
          <a:xfrm>
            <a:off x="917625" y="2528888"/>
            <a:ext cx="648300" cy="787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0" spcFirstLastPara="1" rIns="91425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ru-RU" sz="6000">
                <a:solidFill>
                  <a:srgbClr val="FEFFFE"/>
                </a:solidFill>
                <a:latin typeface="Montserrat"/>
                <a:ea typeface="Montserrat"/>
                <a:cs typeface="Montserrat"/>
                <a:sym typeface="Montserrat"/>
              </a:rPr>
              <a:t>1</a:t>
            </a:r>
            <a:endParaRPr b="1" sz="6000">
              <a:solidFill>
                <a:srgbClr val="FEFFFE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465" name="Google Shape;465;g3120ba7d59a_0_244"/>
          <p:cNvSpPr txBox="1"/>
          <p:nvPr/>
        </p:nvSpPr>
        <p:spPr>
          <a:xfrm>
            <a:off x="917625" y="4605025"/>
            <a:ext cx="648300" cy="787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0" spcFirstLastPara="1" rIns="91425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ru-RU" sz="6000">
                <a:solidFill>
                  <a:srgbClr val="FEFFFE"/>
                </a:solidFill>
                <a:latin typeface="Montserrat"/>
                <a:ea typeface="Montserrat"/>
                <a:cs typeface="Montserrat"/>
                <a:sym typeface="Montserrat"/>
              </a:rPr>
              <a:t>3</a:t>
            </a:r>
            <a:endParaRPr b="1" sz="6000">
              <a:solidFill>
                <a:srgbClr val="FEFFFE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466" name="Google Shape;466;g3120ba7d59a_0_244"/>
          <p:cNvSpPr txBox="1"/>
          <p:nvPr/>
        </p:nvSpPr>
        <p:spPr>
          <a:xfrm>
            <a:off x="6574122" y="2528888"/>
            <a:ext cx="648300" cy="787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0" spcFirstLastPara="1" rIns="91425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ru-RU" sz="6000">
                <a:solidFill>
                  <a:srgbClr val="FEFFFE"/>
                </a:solidFill>
                <a:latin typeface="Montserrat"/>
                <a:ea typeface="Montserrat"/>
                <a:cs typeface="Montserrat"/>
                <a:sym typeface="Montserrat"/>
              </a:rPr>
              <a:t>2</a:t>
            </a:r>
            <a:endParaRPr b="1" sz="6000">
              <a:solidFill>
                <a:srgbClr val="FEFFFE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467" name="Google Shape;467;g3120ba7d59a_0_244"/>
          <p:cNvSpPr txBox="1"/>
          <p:nvPr/>
        </p:nvSpPr>
        <p:spPr>
          <a:xfrm>
            <a:off x="1565925" y="2528900"/>
            <a:ext cx="3507600" cy="1046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8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Делай ошибки видимыми</a:t>
            </a:r>
            <a:endParaRPr sz="280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468" name="Google Shape;468;g3120ba7d59a_0_244"/>
          <p:cNvSpPr txBox="1"/>
          <p:nvPr/>
        </p:nvSpPr>
        <p:spPr>
          <a:xfrm>
            <a:off x="7327650" y="2528900"/>
            <a:ext cx="3711600" cy="1046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8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Исключения для исключительного</a:t>
            </a:r>
            <a:endParaRPr sz="280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469" name="Google Shape;469;g3120ba7d59a_0_244"/>
          <p:cNvSpPr txBox="1"/>
          <p:nvPr/>
        </p:nvSpPr>
        <p:spPr>
          <a:xfrm>
            <a:off x="1642125" y="4691125"/>
            <a:ext cx="2661000" cy="615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8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Логируй все</a:t>
            </a:r>
            <a:endParaRPr sz="280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73" name="Shape 4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4" name="Google Shape;474;g3120ba7d59a_0_255"/>
          <p:cNvSpPr txBox="1"/>
          <p:nvPr>
            <p:ph type="title"/>
          </p:nvPr>
        </p:nvSpPr>
        <p:spPr>
          <a:xfrm>
            <a:off x="587375" y="583200"/>
            <a:ext cx="10437300" cy="119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ru-RU"/>
              <a:t>Про async и Task 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ru-RU"/>
              <a:t>следует помнить</a:t>
            </a:r>
            <a:endParaRPr/>
          </a:p>
        </p:txBody>
      </p:sp>
      <p:pic>
        <p:nvPicPr>
          <p:cNvPr id="475" name="Google Shape;475;g3120ba7d59a_0_25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227501" y="583201"/>
            <a:ext cx="1377125" cy="1377150"/>
          </a:xfrm>
          <a:prstGeom prst="rect">
            <a:avLst/>
          </a:prstGeom>
          <a:noFill/>
          <a:ln>
            <a:noFill/>
          </a:ln>
        </p:spPr>
      </p:pic>
      <p:sp>
        <p:nvSpPr>
          <p:cNvPr id="476" name="Google Shape;476;g3120ba7d59a_0_255"/>
          <p:cNvSpPr txBox="1"/>
          <p:nvPr/>
        </p:nvSpPr>
        <p:spPr>
          <a:xfrm>
            <a:off x="587375" y="2973900"/>
            <a:ext cx="6746100" cy="910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Thread</a:t>
            </a:r>
            <a:r>
              <a:rPr lang="ru-RU" sz="2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ru-RU" sz="2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thread</a:t>
            </a:r>
            <a:r>
              <a:rPr lang="ru-RU" sz="2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ru-RU" sz="2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ru-RU" sz="2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ru-RU" sz="2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new</a:t>
            </a:r>
            <a:r>
              <a:rPr lang="ru-RU" sz="2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ru-RU" sz="2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Thread</a:t>
            </a:r>
            <a:r>
              <a:rPr lang="ru-RU" sz="2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(() </a:t>
            </a:r>
            <a:r>
              <a:rPr lang="ru-RU" sz="2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=&gt;</a:t>
            </a:r>
            <a:r>
              <a:rPr lang="ru-RU" sz="2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ru-RU" sz="20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Work</a:t>
            </a:r>
            <a:r>
              <a:rPr lang="ru-RU" sz="2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());</a:t>
            </a:r>
            <a:endParaRPr sz="2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thread</a:t>
            </a:r>
            <a:r>
              <a:rPr lang="ru-RU" sz="2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ru-RU" sz="20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Start</a:t>
            </a:r>
            <a:r>
              <a:rPr lang="ru-RU" sz="2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();</a:t>
            </a:r>
            <a:endParaRPr sz="2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77" name="Google Shape;477;g3120ba7d59a_0_255"/>
          <p:cNvSpPr txBox="1"/>
          <p:nvPr/>
        </p:nvSpPr>
        <p:spPr>
          <a:xfrm>
            <a:off x="587375" y="4565975"/>
            <a:ext cx="7383300" cy="910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Task</a:t>
            </a:r>
            <a:r>
              <a:rPr lang="ru-RU" sz="2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ru-RU" sz="2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task</a:t>
            </a:r>
            <a:r>
              <a:rPr lang="ru-RU" sz="2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ru-RU" sz="2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ru-RU" sz="2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ru-RU" sz="2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Task</a:t>
            </a:r>
            <a:r>
              <a:rPr lang="ru-RU" sz="2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ru-RU" sz="20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Run</a:t>
            </a:r>
            <a:r>
              <a:rPr lang="ru-RU" sz="2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(() </a:t>
            </a:r>
            <a:r>
              <a:rPr lang="ru-RU" sz="2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=&gt;</a:t>
            </a:r>
            <a:r>
              <a:rPr lang="ru-RU" sz="2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ru-RU" sz="20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Work</a:t>
            </a:r>
            <a:r>
              <a:rPr lang="ru-RU" sz="2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());</a:t>
            </a:r>
            <a:endParaRPr sz="2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Task</a:t>
            </a:r>
            <a:r>
              <a:rPr lang="ru-RU" sz="2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&lt;</a:t>
            </a:r>
            <a:r>
              <a:rPr lang="ru-RU" sz="2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T</a:t>
            </a:r>
            <a:r>
              <a:rPr lang="ru-RU" sz="2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&gt; </a:t>
            </a:r>
            <a:r>
              <a:rPr lang="ru-RU" sz="2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task</a:t>
            </a:r>
            <a:r>
              <a:rPr lang="ru-RU" sz="2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ru-RU" sz="2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ru-RU" sz="2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ru-RU" sz="2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Task</a:t>
            </a:r>
            <a:r>
              <a:rPr lang="ru-RU" sz="2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ru-RU" sz="20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Run</a:t>
            </a:r>
            <a:r>
              <a:rPr lang="ru-RU" sz="2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(() </a:t>
            </a:r>
            <a:r>
              <a:rPr lang="ru-RU" sz="2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=&gt;</a:t>
            </a:r>
            <a:r>
              <a:rPr lang="ru-RU" sz="2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ru-RU" sz="20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GetValue</a:t>
            </a:r>
            <a:r>
              <a:rPr lang="ru-RU" sz="2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());</a:t>
            </a:r>
            <a:endParaRPr sz="2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81" name="Shape 4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2" name="Google Shape;482;g3120ba7d59a_0_275"/>
          <p:cNvSpPr txBox="1"/>
          <p:nvPr>
            <p:ph type="title"/>
          </p:nvPr>
        </p:nvSpPr>
        <p:spPr>
          <a:xfrm>
            <a:off x="587375" y="583200"/>
            <a:ext cx="10437300" cy="119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ru-RU"/>
              <a:t>Про async и Task 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ru-RU"/>
              <a:t>следует помнить</a:t>
            </a:r>
            <a:endParaRPr/>
          </a:p>
        </p:txBody>
      </p:sp>
      <p:pic>
        <p:nvPicPr>
          <p:cNvPr id="483" name="Google Shape;483;g3120ba7d59a_0_27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227501" y="583201"/>
            <a:ext cx="1377125" cy="1377150"/>
          </a:xfrm>
          <a:prstGeom prst="rect">
            <a:avLst/>
          </a:prstGeom>
          <a:noFill/>
          <a:ln>
            <a:noFill/>
          </a:ln>
        </p:spPr>
      </p:pic>
      <p:sp>
        <p:nvSpPr>
          <p:cNvPr id="484" name="Google Shape;484;g3120ba7d59a_0_275"/>
          <p:cNvSpPr txBox="1"/>
          <p:nvPr/>
        </p:nvSpPr>
        <p:spPr>
          <a:xfrm>
            <a:off x="587375" y="2263900"/>
            <a:ext cx="8199900" cy="2717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8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public</a:t>
            </a:r>
            <a:r>
              <a:rPr lang="ru-RU" sz="18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ru-RU" sz="18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void</a:t>
            </a:r>
            <a:r>
              <a:rPr lang="ru-RU" sz="18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ru-RU" sz="18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Work</a:t>
            </a:r>
            <a:r>
              <a:rPr lang="ru-RU" sz="18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ru-RU" sz="18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Data</a:t>
            </a:r>
            <a:r>
              <a:rPr lang="ru-RU" sz="18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ru-RU" sz="18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d</a:t>
            </a:r>
            <a:r>
              <a:rPr lang="ru-RU" sz="18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 {</a:t>
            </a:r>
            <a:endParaRPr sz="18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8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ru-RU" sz="18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try</a:t>
            </a:r>
            <a:r>
              <a:rPr lang="ru-RU" sz="18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{</a:t>
            </a:r>
            <a:endParaRPr sz="18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8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</a:t>
            </a:r>
            <a:r>
              <a:rPr lang="ru-RU" sz="18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Task</a:t>
            </a:r>
            <a:r>
              <a:rPr lang="ru-RU" sz="18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ru-RU" sz="18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Run</a:t>
            </a:r>
            <a:r>
              <a:rPr lang="ru-RU" sz="18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(() </a:t>
            </a:r>
            <a:r>
              <a:rPr lang="ru-RU" sz="18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=&gt;</a:t>
            </a:r>
            <a:r>
              <a:rPr lang="ru-RU" sz="18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ru-RU" sz="18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Process</a:t>
            </a:r>
            <a:r>
              <a:rPr lang="ru-RU" sz="18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ru-RU" sz="18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d</a:t>
            </a:r>
            <a:r>
              <a:rPr lang="ru-RU" sz="18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)); </a:t>
            </a:r>
            <a:r>
              <a:rPr lang="ru-RU" sz="1800">
                <a:solidFill>
                  <a:srgbClr val="6A9955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// &lt;-- Task</a:t>
            </a:r>
            <a:endParaRPr sz="1800">
              <a:solidFill>
                <a:srgbClr val="6A9955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8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}</a:t>
            </a:r>
            <a:endParaRPr sz="18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8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ru-RU" sz="18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catch</a:t>
            </a:r>
            <a:r>
              <a:rPr lang="ru-RU" sz="18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(</a:t>
            </a:r>
            <a:r>
              <a:rPr lang="ru-RU" sz="18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Exception</a:t>
            </a:r>
            <a:r>
              <a:rPr lang="ru-RU" sz="18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ru-RU" sz="18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e</a:t>
            </a:r>
            <a:r>
              <a:rPr lang="ru-RU" sz="18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 {</a:t>
            </a:r>
            <a:endParaRPr sz="18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8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}</a:t>
            </a:r>
            <a:endParaRPr sz="18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8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}</a:t>
            </a:r>
            <a:endParaRPr sz="1800">
              <a:solidFill>
                <a:srgbClr val="4EC9B0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85" name="Google Shape;485;g3120ba7d59a_0_275"/>
          <p:cNvSpPr txBox="1"/>
          <p:nvPr/>
        </p:nvSpPr>
        <p:spPr>
          <a:xfrm>
            <a:off x="587375" y="4940925"/>
            <a:ext cx="7383300" cy="1589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8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public</a:t>
            </a:r>
            <a:r>
              <a:rPr lang="ru-RU" sz="18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ru-RU" sz="18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void</a:t>
            </a:r>
            <a:r>
              <a:rPr lang="ru-RU" sz="18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ru-RU" sz="18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Work</a:t>
            </a:r>
            <a:r>
              <a:rPr lang="ru-RU" sz="18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ru-RU" sz="18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Data</a:t>
            </a:r>
            <a:r>
              <a:rPr lang="ru-RU" sz="18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ru-RU" sz="18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d</a:t>
            </a:r>
            <a:r>
              <a:rPr lang="ru-RU" sz="18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 {</a:t>
            </a:r>
            <a:endParaRPr sz="18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8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ru-RU" sz="18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Task</a:t>
            </a:r>
            <a:r>
              <a:rPr lang="ru-RU" sz="18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ru-RU" sz="18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Run</a:t>
            </a:r>
            <a:r>
              <a:rPr lang="ru-RU" sz="18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(() </a:t>
            </a:r>
            <a:r>
              <a:rPr lang="ru-RU" sz="18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=&gt;</a:t>
            </a:r>
            <a:r>
              <a:rPr lang="ru-RU" sz="18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ru-RU" sz="18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Process</a:t>
            </a:r>
            <a:r>
              <a:rPr lang="ru-RU" sz="18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ru-RU" sz="18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d</a:t>
            </a:r>
            <a:r>
              <a:rPr lang="ru-RU" sz="18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))</a:t>
            </a:r>
            <a:endParaRPr sz="18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8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 .</a:t>
            </a:r>
            <a:r>
              <a:rPr lang="ru-RU" sz="18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ContinueWith</a:t>
            </a:r>
            <a:r>
              <a:rPr lang="ru-RU" sz="18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ru-RU" sz="18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task</a:t>
            </a:r>
            <a:r>
              <a:rPr lang="ru-RU" sz="18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ru-RU" sz="18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=&gt;</a:t>
            </a:r>
            <a:r>
              <a:rPr lang="ru-RU" sz="18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ru-RU" sz="18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HandleExceptions</a:t>
            </a:r>
            <a:r>
              <a:rPr lang="ru-RU" sz="18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ru-RU" sz="18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task</a:t>
            </a:r>
            <a:r>
              <a:rPr lang="ru-RU" sz="18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));</a:t>
            </a:r>
            <a:endParaRPr sz="18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8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}</a:t>
            </a:r>
            <a:endParaRPr sz="1800">
              <a:solidFill>
                <a:srgbClr val="4EC9B0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89" name="Shape 4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0" name="Google Shape;490;g3120ba7d59a_0_300"/>
          <p:cNvSpPr txBox="1"/>
          <p:nvPr>
            <p:ph type="title"/>
          </p:nvPr>
        </p:nvSpPr>
        <p:spPr>
          <a:xfrm>
            <a:off x="587375" y="583200"/>
            <a:ext cx="10437300" cy="119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ru-RU"/>
              <a:t>Особые исключения</a:t>
            </a:r>
            <a:endParaRPr/>
          </a:p>
        </p:txBody>
      </p:sp>
      <p:pic>
        <p:nvPicPr>
          <p:cNvPr id="491" name="Google Shape;491;g3120ba7d59a_0_30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227501" y="583201"/>
            <a:ext cx="1377125" cy="1377150"/>
          </a:xfrm>
          <a:prstGeom prst="rect">
            <a:avLst/>
          </a:prstGeom>
          <a:noFill/>
          <a:ln>
            <a:noFill/>
          </a:ln>
        </p:spPr>
      </p:pic>
      <p:pic>
        <p:nvPicPr>
          <p:cNvPr id="492" name="Google Shape;492;g3120ba7d59a_0_300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87387" y="2898218"/>
            <a:ext cx="464734" cy="464734"/>
          </a:xfrm>
          <a:prstGeom prst="rect">
            <a:avLst/>
          </a:prstGeom>
          <a:noFill/>
          <a:ln>
            <a:noFill/>
          </a:ln>
        </p:spPr>
      </p:pic>
      <p:sp>
        <p:nvSpPr>
          <p:cNvPr id="493" name="Google Shape;493;g3120ba7d59a_0_300"/>
          <p:cNvSpPr txBox="1"/>
          <p:nvPr/>
        </p:nvSpPr>
        <p:spPr>
          <a:xfrm>
            <a:off x="1203263" y="2985506"/>
            <a:ext cx="88275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ru-RU" sz="2000">
                <a:solidFill>
                  <a:srgbClr val="FEFFFE"/>
                </a:solidFill>
                <a:latin typeface="Montserrat"/>
                <a:ea typeface="Montserrat"/>
                <a:cs typeface="Montserrat"/>
                <a:sym typeface="Montserrat"/>
              </a:rPr>
              <a:t>TypeInitializationException</a:t>
            </a:r>
            <a:endParaRPr sz="2000">
              <a:solidFill>
                <a:srgbClr val="FEFFFE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pic>
        <p:nvPicPr>
          <p:cNvPr id="494" name="Google Shape;494;g3120ba7d59a_0_300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87387" y="3431618"/>
            <a:ext cx="464734" cy="464734"/>
          </a:xfrm>
          <a:prstGeom prst="rect">
            <a:avLst/>
          </a:prstGeom>
          <a:noFill/>
          <a:ln>
            <a:noFill/>
          </a:ln>
        </p:spPr>
      </p:pic>
      <p:sp>
        <p:nvSpPr>
          <p:cNvPr id="495" name="Google Shape;495;g3120ba7d59a_0_300"/>
          <p:cNvSpPr txBox="1"/>
          <p:nvPr/>
        </p:nvSpPr>
        <p:spPr>
          <a:xfrm>
            <a:off x="1203263" y="3518906"/>
            <a:ext cx="88275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ru-RU" sz="2000">
                <a:solidFill>
                  <a:srgbClr val="FEFFFE"/>
                </a:solidFill>
                <a:latin typeface="Montserrat"/>
                <a:ea typeface="Montserrat"/>
                <a:cs typeface="Montserrat"/>
                <a:sym typeface="Montserrat"/>
              </a:rPr>
              <a:t>StackOverflowException</a:t>
            </a:r>
            <a:endParaRPr sz="2000">
              <a:solidFill>
                <a:srgbClr val="FEFFFE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pic>
        <p:nvPicPr>
          <p:cNvPr id="496" name="Google Shape;496;g3120ba7d59a_0_300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87387" y="3965018"/>
            <a:ext cx="464734" cy="464734"/>
          </a:xfrm>
          <a:prstGeom prst="rect">
            <a:avLst/>
          </a:prstGeom>
          <a:noFill/>
          <a:ln>
            <a:noFill/>
          </a:ln>
        </p:spPr>
      </p:pic>
      <p:sp>
        <p:nvSpPr>
          <p:cNvPr id="497" name="Google Shape;497;g3120ba7d59a_0_300"/>
          <p:cNvSpPr txBox="1"/>
          <p:nvPr/>
        </p:nvSpPr>
        <p:spPr>
          <a:xfrm>
            <a:off x="1203263" y="4052306"/>
            <a:ext cx="88275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ru-RU" sz="2000">
                <a:solidFill>
                  <a:srgbClr val="FEFFFE"/>
                </a:solidFill>
                <a:latin typeface="Montserrat"/>
                <a:ea typeface="Montserrat"/>
                <a:cs typeface="Montserrat"/>
                <a:sym typeface="Montserrat"/>
              </a:rPr>
              <a:t>AccessViolationException</a:t>
            </a:r>
            <a:endParaRPr sz="2000">
              <a:solidFill>
                <a:srgbClr val="FEFFFE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pic>
        <p:nvPicPr>
          <p:cNvPr id="498" name="Google Shape;498;g3120ba7d59a_0_300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87387" y="4498418"/>
            <a:ext cx="464734" cy="464734"/>
          </a:xfrm>
          <a:prstGeom prst="rect">
            <a:avLst/>
          </a:prstGeom>
          <a:noFill/>
          <a:ln>
            <a:noFill/>
          </a:ln>
        </p:spPr>
      </p:pic>
      <p:sp>
        <p:nvSpPr>
          <p:cNvPr id="499" name="Google Shape;499;g3120ba7d59a_0_300"/>
          <p:cNvSpPr txBox="1"/>
          <p:nvPr/>
        </p:nvSpPr>
        <p:spPr>
          <a:xfrm>
            <a:off x="1203263" y="4585706"/>
            <a:ext cx="88275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ru-RU" sz="2000">
                <a:solidFill>
                  <a:srgbClr val="FEFFFE"/>
                </a:solidFill>
                <a:latin typeface="Montserrat"/>
                <a:ea typeface="Montserrat"/>
                <a:cs typeface="Montserrat"/>
                <a:sym typeface="Montserrat"/>
              </a:rPr>
              <a:t>OutOfMemoryException</a:t>
            </a:r>
            <a:endParaRPr sz="2000">
              <a:solidFill>
                <a:srgbClr val="FEFFFE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pic>
        <p:nvPicPr>
          <p:cNvPr id="500" name="Google Shape;500;g3120ba7d59a_0_300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87387" y="5031818"/>
            <a:ext cx="464734" cy="464734"/>
          </a:xfrm>
          <a:prstGeom prst="rect">
            <a:avLst/>
          </a:prstGeom>
          <a:noFill/>
          <a:ln>
            <a:noFill/>
          </a:ln>
        </p:spPr>
      </p:pic>
      <p:sp>
        <p:nvSpPr>
          <p:cNvPr id="501" name="Google Shape;501;g3120ba7d59a_0_300"/>
          <p:cNvSpPr txBox="1"/>
          <p:nvPr/>
        </p:nvSpPr>
        <p:spPr>
          <a:xfrm>
            <a:off x="1203263" y="5119106"/>
            <a:ext cx="88275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ru-RU" sz="2000">
                <a:solidFill>
                  <a:srgbClr val="FEFFFE"/>
                </a:solidFill>
                <a:latin typeface="Montserrat"/>
                <a:ea typeface="Montserrat"/>
                <a:cs typeface="Montserrat"/>
                <a:sym typeface="Montserrat"/>
              </a:rPr>
              <a:t>ThreadAbortException</a:t>
            </a:r>
            <a:endParaRPr sz="2000">
              <a:solidFill>
                <a:srgbClr val="FEFFFE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05" name="Shape 5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6" name="Google Shape;506;g3120ba7d59a_0_328"/>
          <p:cNvSpPr txBox="1"/>
          <p:nvPr>
            <p:ph type="title"/>
          </p:nvPr>
        </p:nvSpPr>
        <p:spPr>
          <a:xfrm>
            <a:off x="587375" y="583200"/>
            <a:ext cx="10437300" cy="119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ru-RU"/>
              <a:t>Class initialization</a:t>
            </a:r>
            <a:endParaRPr/>
          </a:p>
        </p:txBody>
      </p:sp>
      <p:pic>
        <p:nvPicPr>
          <p:cNvPr id="507" name="Google Shape;507;g3120ba7d59a_0_3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227501" y="583201"/>
            <a:ext cx="1377125" cy="1377150"/>
          </a:xfrm>
          <a:prstGeom prst="rect">
            <a:avLst/>
          </a:prstGeom>
          <a:noFill/>
          <a:ln>
            <a:noFill/>
          </a:ln>
        </p:spPr>
      </p:pic>
      <p:sp>
        <p:nvSpPr>
          <p:cNvPr id="508" name="Google Shape;508;g3120ba7d59a_0_328"/>
          <p:cNvSpPr txBox="1"/>
          <p:nvPr/>
        </p:nvSpPr>
        <p:spPr>
          <a:xfrm>
            <a:off x="587375" y="1406675"/>
            <a:ext cx="9135000" cy="5349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8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class</a:t>
            </a:r>
            <a:r>
              <a:rPr lang="ru-RU" sz="18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ru-RU" sz="18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Program</a:t>
            </a:r>
            <a:r>
              <a:rPr lang="ru-RU" sz="18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{</a:t>
            </a:r>
            <a:endParaRPr sz="18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8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ru-RU" sz="18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private</a:t>
            </a:r>
            <a:r>
              <a:rPr lang="ru-RU" sz="18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ru-RU" sz="18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Program</a:t>
            </a:r>
            <a:r>
              <a:rPr lang="ru-RU" sz="18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() {</a:t>
            </a:r>
            <a:endParaRPr sz="18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8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</a:t>
            </a:r>
            <a:r>
              <a:rPr lang="ru-RU" sz="18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Console</a:t>
            </a:r>
            <a:r>
              <a:rPr lang="ru-RU" sz="18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ru-RU" sz="18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WriteLine</a:t>
            </a:r>
            <a:r>
              <a:rPr lang="ru-RU" sz="18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ru-RU" sz="1800">
                <a:solidFill>
                  <a:srgbClr val="CE917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"ctor"</a:t>
            </a:r>
            <a:r>
              <a:rPr lang="ru-RU" sz="18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);</a:t>
            </a:r>
            <a:endParaRPr sz="18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8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</a:t>
            </a:r>
            <a:r>
              <a:rPr lang="ru-RU" sz="18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throw</a:t>
            </a:r>
            <a:r>
              <a:rPr lang="ru-RU" sz="18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ru-RU" sz="18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new</a:t>
            </a:r>
            <a:r>
              <a:rPr lang="ru-RU" sz="18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ru-RU" sz="18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Exception</a:t>
            </a:r>
            <a:r>
              <a:rPr lang="ru-RU" sz="18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();</a:t>
            </a:r>
            <a:endParaRPr sz="18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8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}</a:t>
            </a:r>
            <a:endParaRPr sz="18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8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ru-RU" sz="18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static</a:t>
            </a:r>
            <a:r>
              <a:rPr lang="ru-RU" sz="18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ru-RU" sz="18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int</a:t>
            </a:r>
            <a:r>
              <a:rPr lang="ru-RU" sz="18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ru-RU" sz="18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</a:t>
            </a:r>
            <a:r>
              <a:rPr lang="ru-RU" sz="18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ru-RU" sz="18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ru-RU" sz="18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ru-RU" sz="18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42</a:t>
            </a:r>
            <a:r>
              <a:rPr lang="ru-RU" sz="18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</a:t>
            </a:r>
            <a:endParaRPr sz="18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8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ru-RU" sz="18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</a:t>
            </a:r>
            <a:r>
              <a:rPr lang="ru-RU" sz="18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tatic</a:t>
            </a:r>
            <a:r>
              <a:rPr lang="ru-RU" sz="18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ru-RU" sz="18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Program</a:t>
            </a:r>
            <a:r>
              <a:rPr lang="ru-RU" sz="18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ru-RU" sz="18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Instance</a:t>
            </a:r>
            <a:r>
              <a:rPr lang="ru-RU" sz="18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ru-RU" sz="18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ru-RU" sz="18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ru-RU" sz="18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new</a:t>
            </a:r>
            <a:r>
              <a:rPr lang="ru-RU" sz="18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ru-RU" sz="18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Program</a:t>
            </a:r>
            <a:r>
              <a:rPr lang="ru-RU" sz="18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();</a:t>
            </a:r>
            <a:endParaRPr sz="18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8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ru-RU" sz="18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public</a:t>
            </a:r>
            <a:r>
              <a:rPr lang="ru-RU" sz="18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ru-RU" sz="18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static</a:t>
            </a:r>
            <a:r>
              <a:rPr lang="ru-RU" sz="18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ru-RU" sz="18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void</a:t>
            </a:r>
            <a:r>
              <a:rPr lang="ru-RU" sz="18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ru-RU" sz="18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Main</a:t>
            </a:r>
            <a:r>
              <a:rPr lang="ru-RU" sz="18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() {</a:t>
            </a:r>
            <a:endParaRPr sz="18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8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</a:t>
            </a:r>
            <a:r>
              <a:rPr lang="ru-RU" sz="18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Console</a:t>
            </a:r>
            <a:r>
              <a:rPr lang="ru-RU" sz="18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ru-RU" sz="18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WriteLine</a:t>
            </a:r>
            <a:r>
              <a:rPr lang="ru-RU" sz="18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ru-RU" sz="1800">
                <a:solidFill>
                  <a:srgbClr val="CE917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"main"</a:t>
            </a:r>
            <a:r>
              <a:rPr lang="ru-RU" sz="18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);</a:t>
            </a:r>
            <a:endParaRPr sz="18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8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</a:t>
            </a:r>
            <a:r>
              <a:rPr lang="ru-RU" sz="18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Console</a:t>
            </a:r>
            <a:r>
              <a:rPr lang="ru-RU" sz="18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ru-RU" sz="18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WriteLine</a:t>
            </a:r>
            <a:r>
              <a:rPr lang="ru-RU" sz="18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ru-RU" sz="18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</a:t>
            </a:r>
            <a:r>
              <a:rPr lang="ru-RU" sz="18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);</a:t>
            </a:r>
            <a:endParaRPr sz="18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8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}</a:t>
            </a:r>
            <a:endParaRPr sz="18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8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}</a:t>
            </a:r>
            <a:endParaRPr sz="18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12" name="Shape 5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3" name="Google Shape;513;g3120ba7d59a_0_346"/>
          <p:cNvSpPr txBox="1"/>
          <p:nvPr>
            <p:ph type="title"/>
          </p:nvPr>
        </p:nvSpPr>
        <p:spPr>
          <a:xfrm>
            <a:off x="587375" y="583200"/>
            <a:ext cx="10437300" cy="119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ru-RU"/>
              <a:t>Stack overflow</a:t>
            </a:r>
            <a:endParaRPr/>
          </a:p>
        </p:txBody>
      </p:sp>
      <p:sp>
        <p:nvSpPr>
          <p:cNvPr id="514" name="Google Shape;514;g3120ba7d59a_0_346"/>
          <p:cNvSpPr txBox="1"/>
          <p:nvPr/>
        </p:nvSpPr>
        <p:spPr>
          <a:xfrm>
            <a:off x="587375" y="1708450"/>
            <a:ext cx="4765500" cy="4670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try</a:t>
            </a:r>
            <a:r>
              <a:rPr lang="ru-RU" sz="2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{</a:t>
            </a:r>
            <a:endParaRPr sz="2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ru-RU" sz="20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F</a:t>
            </a:r>
            <a:r>
              <a:rPr lang="ru-RU" sz="2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ru-RU" sz="2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int</a:t>
            </a:r>
            <a:r>
              <a:rPr lang="ru-RU" sz="2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ru-RU" sz="2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MaxValue</a:t>
            </a:r>
            <a:r>
              <a:rPr lang="ru-RU" sz="2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);</a:t>
            </a:r>
            <a:endParaRPr sz="2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}</a:t>
            </a:r>
            <a:endParaRPr sz="2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catch</a:t>
            </a:r>
            <a:r>
              <a:rPr lang="ru-RU" sz="2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(</a:t>
            </a:r>
            <a:r>
              <a:rPr lang="ru-RU" sz="2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Exception</a:t>
            </a:r>
            <a:r>
              <a:rPr lang="ru-RU" sz="2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 {</a:t>
            </a:r>
            <a:endParaRPr sz="2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ru-RU" sz="2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Console</a:t>
            </a:r>
            <a:r>
              <a:rPr lang="ru-RU" sz="2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ru-RU" sz="20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WriteLine</a:t>
            </a:r>
            <a:r>
              <a:rPr lang="ru-RU" sz="2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ru-RU" sz="2000">
                <a:solidFill>
                  <a:srgbClr val="CE917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"!"</a:t>
            </a:r>
            <a:r>
              <a:rPr lang="ru-RU" sz="2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);</a:t>
            </a:r>
            <a:endParaRPr sz="2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}</a:t>
            </a:r>
            <a:endParaRPr sz="2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int</a:t>
            </a:r>
            <a:r>
              <a:rPr lang="ru-RU" sz="2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ru-RU" sz="20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F</a:t>
            </a:r>
            <a:r>
              <a:rPr lang="ru-RU" sz="2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ru-RU" sz="2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int</a:t>
            </a:r>
            <a:r>
              <a:rPr lang="ru-RU" sz="2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ru-RU" sz="2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n</a:t>
            </a:r>
            <a:r>
              <a:rPr lang="ru-RU" sz="2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 {</a:t>
            </a:r>
            <a:endParaRPr sz="2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ru-RU" sz="2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..</a:t>
            </a:r>
            <a:r>
              <a:rPr lang="ru-RU" sz="2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 </a:t>
            </a:r>
            <a:r>
              <a:rPr lang="ru-RU" sz="2000">
                <a:solidFill>
                  <a:srgbClr val="6A9955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//Do something</a:t>
            </a:r>
            <a:endParaRPr sz="2000">
              <a:solidFill>
                <a:srgbClr val="6A9955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ru-RU" sz="2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return</a:t>
            </a:r>
            <a:r>
              <a:rPr lang="ru-RU" sz="2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ru-RU" sz="20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F</a:t>
            </a:r>
            <a:r>
              <a:rPr lang="ru-RU" sz="2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ru-RU" sz="2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n</a:t>
            </a:r>
            <a:r>
              <a:rPr lang="ru-RU" sz="2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ru-RU" sz="2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-</a:t>
            </a:r>
            <a:r>
              <a:rPr lang="ru-RU" sz="2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ru-RU" sz="2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1</a:t>
            </a:r>
            <a:r>
              <a:rPr lang="ru-RU" sz="2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 </a:t>
            </a:r>
            <a:r>
              <a:rPr lang="ru-RU" sz="2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+</a:t>
            </a:r>
            <a:r>
              <a:rPr lang="ru-RU" sz="2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ru-RU" sz="2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1</a:t>
            </a:r>
            <a:r>
              <a:rPr lang="ru-RU" sz="2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</a:t>
            </a:r>
            <a:endParaRPr sz="2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}</a:t>
            </a:r>
            <a:endParaRPr sz="2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515" name="Google Shape;515;g3120ba7d59a_0_346"/>
          <p:cNvSpPr txBox="1"/>
          <p:nvPr/>
        </p:nvSpPr>
        <p:spPr>
          <a:xfrm>
            <a:off x="5935225" y="1708450"/>
            <a:ext cx="5669400" cy="2581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try</a:t>
            </a:r>
            <a:r>
              <a:rPr lang="ru-RU" sz="2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{</a:t>
            </a:r>
            <a:endParaRPr sz="2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ru-RU" sz="2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throw</a:t>
            </a:r>
            <a:r>
              <a:rPr lang="ru-RU" sz="2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ru-RU" sz="2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new</a:t>
            </a:r>
            <a:r>
              <a:rPr lang="ru-RU" sz="2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ru-RU" sz="2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StackOverflowException</a:t>
            </a:r>
            <a:r>
              <a:rPr lang="ru-RU" sz="2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();</a:t>
            </a:r>
            <a:endParaRPr sz="2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}</a:t>
            </a:r>
            <a:endParaRPr sz="2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catch</a:t>
            </a:r>
            <a:r>
              <a:rPr lang="ru-RU" sz="2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(</a:t>
            </a:r>
            <a:r>
              <a:rPr lang="ru-RU" sz="2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Exception</a:t>
            </a:r>
            <a:r>
              <a:rPr lang="ru-RU" sz="2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 {</a:t>
            </a:r>
            <a:endParaRPr sz="2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ru-RU" sz="2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Console</a:t>
            </a:r>
            <a:r>
              <a:rPr lang="ru-RU" sz="2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ru-RU" sz="20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WriteLine</a:t>
            </a:r>
            <a:r>
              <a:rPr lang="ru-RU" sz="2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ru-RU" sz="2000">
                <a:solidFill>
                  <a:srgbClr val="CE917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"!"</a:t>
            </a:r>
            <a:r>
              <a:rPr lang="ru-RU" sz="2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);</a:t>
            </a:r>
            <a:endParaRPr sz="2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}</a:t>
            </a:r>
            <a:endParaRPr sz="2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516" name="Google Shape;516;g3120ba7d59a_0_346"/>
          <p:cNvCxnSpPr/>
          <p:nvPr/>
        </p:nvCxnSpPr>
        <p:spPr>
          <a:xfrm>
            <a:off x="5566825" y="1654025"/>
            <a:ext cx="15000" cy="45813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20" name="Shape 5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1" name="Google Shape;521;g3120ba7d59a_0_362"/>
          <p:cNvSpPr txBox="1"/>
          <p:nvPr>
            <p:ph type="title"/>
          </p:nvPr>
        </p:nvSpPr>
        <p:spPr>
          <a:xfrm>
            <a:off x="587375" y="583200"/>
            <a:ext cx="10437300" cy="119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ru-RU"/>
              <a:t>Stack overflow</a:t>
            </a:r>
            <a:endParaRPr/>
          </a:p>
        </p:txBody>
      </p:sp>
      <p:sp>
        <p:nvSpPr>
          <p:cNvPr id="522" name="Google Shape;522;g3120ba7d59a_0_362"/>
          <p:cNvSpPr txBox="1"/>
          <p:nvPr/>
        </p:nvSpPr>
        <p:spPr>
          <a:xfrm>
            <a:off x="587375" y="1935700"/>
            <a:ext cx="6174000" cy="3417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void</a:t>
            </a:r>
            <a:r>
              <a:rPr lang="ru-RU" sz="2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ru-RU" sz="20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PrintObject</a:t>
            </a:r>
            <a:r>
              <a:rPr lang="ru-RU" sz="2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ru-RU" sz="2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object</a:t>
            </a:r>
            <a:r>
              <a:rPr lang="ru-RU" sz="2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ru-RU" sz="2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o</a:t>
            </a:r>
            <a:r>
              <a:rPr lang="ru-RU" sz="2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 </a:t>
            </a:r>
            <a:endParaRPr sz="2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{</a:t>
            </a:r>
            <a:endParaRPr sz="2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000">
                <a:solidFill>
                  <a:srgbClr val="6A9955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// Do something</a:t>
            </a:r>
            <a:endParaRPr sz="2000">
              <a:solidFill>
                <a:srgbClr val="6A9955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ru-RU" sz="2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foreach</a:t>
            </a:r>
            <a:r>
              <a:rPr lang="ru-RU" sz="2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(</a:t>
            </a:r>
            <a:r>
              <a:rPr lang="ru-RU" sz="2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var</a:t>
            </a:r>
            <a:r>
              <a:rPr lang="ru-RU" sz="2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ru-RU" sz="2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child</a:t>
            </a:r>
            <a:r>
              <a:rPr lang="ru-RU" sz="2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ru-RU" sz="2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in</a:t>
            </a:r>
            <a:r>
              <a:rPr lang="ru-RU" sz="2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ru-RU" sz="20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GetChilds</a:t>
            </a:r>
            <a:r>
              <a:rPr lang="ru-RU" sz="2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ru-RU" sz="2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o</a:t>
            </a:r>
            <a:r>
              <a:rPr lang="ru-RU" sz="2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))</a:t>
            </a:r>
            <a:endParaRPr sz="2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</a:t>
            </a:r>
            <a:r>
              <a:rPr lang="ru-RU" sz="20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PrintObject</a:t>
            </a:r>
            <a:r>
              <a:rPr lang="ru-RU" sz="2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ru-RU" sz="2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child</a:t>
            </a:r>
            <a:r>
              <a:rPr lang="ru-RU" sz="2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);</a:t>
            </a:r>
            <a:endParaRPr sz="2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}</a:t>
            </a:r>
            <a:endParaRPr sz="2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</p:txBody>
      </p:sp>
      <p:pic>
        <p:nvPicPr>
          <p:cNvPr id="523" name="Google Shape;523;g3120ba7d59a_0_36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227501" y="583201"/>
            <a:ext cx="1377125" cy="13771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27" name="Shape 5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8" name="Google Shape;528;g3120ba7d59a_0_372"/>
          <p:cNvSpPr txBox="1"/>
          <p:nvPr>
            <p:ph type="title"/>
          </p:nvPr>
        </p:nvSpPr>
        <p:spPr>
          <a:xfrm>
            <a:off x="587375" y="583200"/>
            <a:ext cx="10437300" cy="119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ru-RU"/>
              <a:t>Stack overflow</a:t>
            </a:r>
            <a:endParaRPr/>
          </a:p>
        </p:txBody>
      </p:sp>
      <p:sp>
        <p:nvSpPr>
          <p:cNvPr id="529" name="Google Shape;529;g3120ba7d59a_0_372"/>
          <p:cNvSpPr txBox="1"/>
          <p:nvPr/>
        </p:nvSpPr>
        <p:spPr>
          <a:xfrm>
            <a:off x="587375" y="1935700"/>
            <a:ext cx="7383300" cy="3834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void</a:t>
            </a:r>
            <a:r>
              <a:rPr lang="ru-RU" sz="2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ru-RU" sz="20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PrintObject</a:t>
            </a:r>
            <a:r>
              <a:rPr lang="ru-RU" sz="2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ru-RU" sz="2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object</a:t>
            </a:r>
            <a:r>
              <a:rPr lang="ru-RU" sz="2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ru-RU" sz="2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o</a:t>
            </a:r>
            <a:r>
              <a:rPr lang="ru-RU" sz="2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lang="ru-RU" sz="2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int</a:t>
            </a:r>
            <a:r>
              <a:rPr lang="ru-RU" sz="2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ru-RU" sz="2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depth</a:t>
            </a:r>
            <a:r>
              <a:rPr lang="ru-RU" sz="2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ru-RU" sz="2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MaxDepth</a:t>
            </a:r>
            <a:r>
              <a:rPr lang="ru-RU" sz="2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 {</a:t>
            </a:r>
            <a:endParaRPr sz="2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000">
                <a:solidFill>
                  <a:srgbClr val="6A9955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// Do something</a:t>
            </a:r>
            <a:endParaRPr sz="2000">
              <a:solidFill>
                <a:srgbClr val="6A9955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ru-RU" sz="2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if</a:t>
            </a:r>
            <a:r>
              <a:rPr lang="ru-RU" sz="2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(</a:t>
            </a:r>
            <a:r>
              <a:rPr lang="ru-RU" sz="2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depth</a:t>
            </a:r>
            <a:r>
              <a:rPr lang="ru-RU" sz="2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ru-RU" sz="2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==</a:t>
            </a:r>
            <a:r>
              <a:rPr lang="ru-RU" sz="2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ru-RU" sz="2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</a:t>
            </a:r>
            <a:r>
              <a:rPr lang="ru-RU" sz="2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</a:t>
            </a:r>
            <a:endParaRPr sz="2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</a:t>
            </a:r>
            <a:r>
              <a:rPr lang="ru-RU" sz="2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return</a:t>
            </a:r>
            <a:r>
              <a:rPr lang="ru-RU" sz="2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</a:t>
            </a:r>
            <a:endParaRPr sz="2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ru-RU" sz="2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foreach</a:t>
            </a:r>
            <a:r>
              <a:rPr lang="ru-RU" sz="2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(</a:t>
            </a:r>
            <a:r>
              <a:rPr lang="ru-RU" sz="2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var</a:t>
            </a:r>
            <a:r>
              <a:rPr lang="ru-RU" sz="2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ru-RU" sz="2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child</a:t>
            </a:r>
            <a:r>
              <a:rPr lang="ru-RU" sz="2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ru-RU" sz="2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in</a:t>
            </a:r>
            <a:r>
              <a:rPr lang="ru-RU" sz="2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ru-RU" sz="20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GetChilds</a:t>
            </a:r>
            <a:r>
              <a:rPr lang="ru-RU" sz="2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ru-RU" sz="2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o</a:t>
            </a:r>
            <a:r>
              <a:rPr lang="ru-RU" sz="2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))</a:t>
            </a:r>
            <a:endParaRPr sz="2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</a:t>
            </a:r>
            <a:r>
              <a:rPr lang="ru-RU" sz="20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PrintObject</a:t>
            </a:r>
            <a:r>
              <a:rPr lang="ru-RU" sz="2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ru-RU" sz="2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child</a:t>
            </a:r>
            <a:r>
              <a:rPr lang="ru-RU" sz="2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lang="ru-RU" sz="2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depth</a:t>
            </a:r>
            <a:r>
              <a:rPr lang="ru-RU" sz="2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ru-RU" sz="2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-</a:t>
            </a:r>
            <a:r>
              <a:rPr lang="ru-RU" sz="2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ru-RU" sz="2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1</a:t>
            </a:r>
            <a:r>
              <a:rPr lang="ru-RU" sz="2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);</a:t>
            </a:r>
            <a:endParaRPr sz="2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}</a:t>
            </a:r>
            <a:endParaRPr sz="2000">
              <a:solidFill>
                <a:srgbClr val="569CD6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</p:txBody>
      </p:sp>
      <p:pic>
        <p:nvPicPr>
          <p:cNvPr id="530" name="Google Shape;530;g3120ba7d59a_0_37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227501" y="583201"/>
            <a:ext cx="1377125" cy="13771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34" name="Shape 5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5" name="Google Shape;535;g3120ba7d59a_0_378"/>
          <p:cNvSpPr txBox="1"/>
          <p:nvPr>
            <p:ph type="title"/>
          </p:nvPr>
        </p:nvSpPr>
        <p:spPr>
          <a:xfrm>
            <a:off x="587375" y="583200"/>
            <a:ext cx="10437300" cy="119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ru-RU"/>
              <a:t>Unsafe code</a:t>
            </a:r>
            <a:endParaRPr/>
          </a:p>
        </p:txBody>
      </p:sp>
      <p:sp>
        <p:nvSpPr>
          <p:cNvPr id="536" name="Google Shape;536;g3120ba7d59a_0_378"/>
          <p:cNvSpPr txBox="1"/>
          <p:nvPr/>
        </p:nvSpPr>
        <p:spPr>
          <a:xfrm>
            <a:off x="587375" y="1935700"/>
            <a:ext cx="7383300" cy="3417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unsafe</a:t>
            </a:r>
            <a:r>
              <a:rPr lang="ru-RU" sz="2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ru-RU" sz="2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struct</a:t>
            </a:r>
            <a:r>
              <a:rPr lang="ru-RU" sz="2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ru-RU" sz="2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Struct</a:t>
            </a:r>
            <a:endParaRPr sz="2000">
              <a:solidFill>
                <a:srgbClr val="4EC9B0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{</a:t>
            </a:r>
            <a:endParaRPr sz="2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fixed byte array[48];</a:t>
            </a:r>
            <a:endParaRPr sz="2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void* ptr;</a:t>
            </a:r>
            <a:endParaRPr sz="2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ru-RU" sz="2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static</a:t>
            </a:r>
            <a:r>
              <a:rPr lang="ru-RU" sz="2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ru-RU" sz="2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float</a:t>
            </a:r>
            <a:r>
              <a:rPr lang="ru-RU" sz="2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ru-RU" sz="20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ToFloat</a:t>
            </a:r>
            <a:r>
              <a:rPr lang="ru-RU" sz="2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ru-RU" sz="2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int</a:t>
            </a:r>
            <a:r>
              <a:rPr lang="ru-RU" sz="2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ru-RU" sz="2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val</a:t>
            </a:r>
            <a:r>
              <a:rPr lang="ru-RU" sz="2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</a:t>
            </a:r>
            <a:endParaRPr sz="2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</a:t>
            </a:r>
            <a:r>
              <a:rPr lang="ru-RU" sz="2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=&gt;</a:t>
            </a:r>
            <a:r>
              <a:rPr lang="ru-RU" sz="2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ru-RU" sz="2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*</a:t>
            </a:r>
            <a:r>
              <a:rPr lang="ru-RU" sz="2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ru-RU" sz="2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float</a:t>
            </a:r>
            <a:r>
              <a:rPr lang="ru-RU" sz="2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*</a:t>
            </a:r>
            <a:r>
              <a:rPr lang="ru-RU" sz="2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 </a:t>
            </a:r>
            <a:r>
              <a:rPr lang="ru-RU" sz="2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&amp;</a:t>
            </a:r>
            <a:r>
              <a:rPr lang="ru-RU" sz="2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val</a:t>
            </a:r>
            <a:r>
              <a:rPr lang="ru-RU" sz="2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</a:t>
            </a:r>
            <a:endParaRPr sz="2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}</a:t>
            </a:r>
            <a:endParaRPr sz="2000">
              <a:solidFill>
                <a:srgbClr val="569CD6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</p:txBody>
      </p:sp>
      <p:pic>
        <p:nvPicPr>
          <p:cNvPr id="537" name="Google Shape;537;g3120ba7d59a_0_37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227501" y="583201"/>
            <a:ext cx="1377125" cy="13771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41" name="Shape 5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2" name="Google Shape;542;g3120ba7d59a_0_384"/>
          <p:cNvSpPr txBox="1"/>
          <p:nvPr>
            <p:ph type="title"/>
          </p:nvPr>
        </p:nvSpPr>
        <p:spPr>
          <a:xfrm>
            <a:off x="587375" y="583200"/>
            <a:ext cx="10437300" cy="119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ru-RU"/>
              <a:t>Access Violation</a:t>
            </a:r>
            <a:endParaRPr/>
          </a:p>
        </p:txBody>
      </p:sp>
      <p:pic>
        <p:nvPicPr>
          <p:cNvPr id="543" name="Google Shape;543;g3120ba7d59a_0_38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227501" y="583201"/>
            <a:ext cx="1377125" cy="1377150"/>
          </a:xfrm>
          <a:prstGeom prst="rect">
            <a:avLst/>
          </a:prstGeom>
          <a:noFill/>
          <a:ln>
            <a:noFill/>
          </a:ln>
        </p:spPr>
      </p:pic>
      <p:pic>
        <p:nvPicPr>
          <p:cNvPr id="544" name="Google Shape;544;g3120ba7d59a_0_38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87387" y="2898218"/>
            <a:ext cx="464734" cy="464734"/>
          </a:xfrm>
          <a:prstGeom prst="rect">
            <a:avLst/>
          </a:prstGeom>
          <a:noFill/>
          <a:ln>
            <a:noFill/>
          </a:ln>
        </p:spPr>
      </p:pic>
      <p:sp>
        <p:nvSpPr>
          <p:cNvPr id="545" name="Google Shape;545;g3120ba7d59a_0_384"/>
          <p:cNvSpPr txBox="1"/>
          <p:nvPr/>
        </p:nvSpPr>
        <p:spPr>
          <a:xfrm>
            <a:off x="1203263" y="2985506"/>
            <a:ext cx="88275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ru-RU" sz="2000">
                <a:solidFill>
                  <a:srgbClr val="FEFFFE"/>
                </a:solidFill>
                <a:latin typeface="Montserrat"/>
                <a:ea typeface="Montserrat"/>
                <a:cs typeface="Montserrat"/>
                <a:sym typeface="Montserrat"/>
              </a:rPr>
              <a:t>Возникает при некорректной работе с памятью</a:t>
            </a:r>
            <a:endParaRPr sz="2000">
              <a:solidFill>
                <a:srgbClr val="FEFFFE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pic>
        <p:nvPicPr>
          <p:cNvPr id="546" name="Google Shape;546;g3120ba7d59a_0_38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87387" y="3507818"/>
            <a:ext cx="464734" cy="464734"/>
          </a:xfrm>
          <a:prstGeom prst="rect">
            <a:avLst/>
          </a:prstGeom>
          <a:noFill/>
          <a:ln>
            <a:noFill/>
          </a:ln>
        </p:spPr>
      </p:pic>
      <p:sp>
        <p:nvSpPr>
          <p:cNvPr id="547" name="Google Shape;547;g3120ba7d59a_0_384"/>
          <p:cNvSpPr txBox="1"/>
          <p:nvPr/>
        </p:nvSpPr>
        <p:spPr>
          <a:xfrm>
            <a:off x="1203263" y="3595106"/>
            <a:ext cx="8827500" cy="725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ru-RU" sz="2000">
                <a:solidFill>
                  <a:srgbClr val="FEFFFE"/>
                </a:solidFill>
                <a:latin typeface="Montserrat"/>
                <a:ea typeface="Montserrat"/>
                <a:cs typeface="Montserrat"/>
                <a:sym typeface="Montserrat"/>
              </a:rPr>
              <a:t>Аналогично </a:t>
            </a:r>
            <a:r>
              <a:rPr lang="ru-RU" sz="2000">
                <a:solidFill>
                  <a:srgbClr val="EA9999"/>
                </a:solidFill>
                <a:latin typeface="Montserrat"/>
                <a:ea typeface="Montserrat"/>
                <a:cs typeface="Montserrat"/>
                <a:sym typeface="Montserrat"/>
              </a:rPr>
              <a:t>StackOverflow </a:t>
            </a:r>
            <a:r>
              <a:rPr lang="ru-RU" sz="2000">
                <a:solidFill>
                  <a:srgbClr val="FEFFFE"/>
                </a:solidFill>
                <a:latin typeface="Montserrat"/>
                <a:ea typeface="Montserrat"/>
                <a:cs typeface="Montserrat"/>
                <a:sym typeface="Montserrat"/>
              </a:rPr>
              <a:t>- поведение зависит от кода, выбросившего исключение</a:t>
            </a:r>
            <a:endParaRPr sz="2000">
              <a:solidFill>
                <a:srgbClr val="FEFFFE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pic>
        <p:nvPicPr>
          <p:cNvPr id="548" name="Google Shape;548;g3120ba7d59a_0_38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87387" y="4422218"/>
            <a:ext cx="464734" cy="464734"/>
          </a:xfrm>
          <a:prstGeom prst="rect">
            <a:avLst/>
          </a:prstGeom>
          <a:noFill/>
          <a:ln>
            <a:noFill/>
          </a:ln>
        </p:spPr>
      </p:pic>
      <p:sp>
        <p:nvSpPr>
          <p:cNvPr id="549" name="Google Shape;549;g3120ba7d59a_0_384"/>
          <p:cNvSpPr txBox="1"/>
          <p:nvPr/>
        </p:nvSpPr>
        <p:spPr>
          <a:xfrm>
            <a:off x="1203263" y="4509506"/>
            <a:ext cx="8827500" cy="725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ru-RU" sz="2000">
                <a:solidFill>
                  <a:srgbClr val="FEFFFE"/>
                </a:solidFill>
                <a:latin typeface="Montserrat"/>
                <a:ea typeface="Montserrat"/>
                <a:cs typeface="Montserrat"/>
                <a:sym typeface="Montserrat"/>
              </a:rPr>
              <a:t>Можно перехватить, если захотеть (на .NET Framework)</a:t>
            </a:r>
            <a:endParaRPr sz="2000">
              <a:solidFill>
                <a:srgbClr val="FEFFFE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ru-RU" sz="2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[</a:t>
            </a:r>
            <a:r>
              <a:rPr lang="ru-RU" sz="2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HandleProcessCorruptedStateExceptions</a:t>
            </a:r>
            <a:r>
              <a:rPr lang="ru-RU" sz="2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]</a:t>
            </a:r>
            <a:endParaRPr sz="2000">
              <a:solidFill>
                <a:srgbClr val="FEFFFE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53" name="Shape 5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4" name="Google Shape;554;g3120ba7d59a_0_400"/>
          <p:cNvSpPr txBox="1"/>
          <p:nvPr>
            <p:ph type="title"/>
          </p:nvPr>
        </p:nvSpPr>
        <p:spPr>
          <a:xfrm>
            <a:off x="587375" y="583200"/>
            <a:ext cx="10437300" cy="119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ru-RU"/>
              <a:t>Thread abort</a:t>
            </a:r>
            <a:endParaRPr/>
          </a:p>
        </p:txBody>
      </p:sp>
      <p:pic>
        <p:nvPicPr>
          <p:cNvPr id="555" name="Google Shape;555;g3120ba7d59a_0_40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227501" y="583201"/>
            <a:ext cx="1377125" cy="1377150"/>
          </a:xfrm>
          <a:prstGeom prst="rect">
            <a:avLst/>
          </a:prstGeom>
          <a:noFill/>
          <a:ln>
            <a:noFill/>
          </a:ln>
        </p:spPr>
      </p:pic>
      <p:sp>
        <p:nvSpPr>
          <p:cNvPr id="556" name="Google Shape;556;g3120ba7d59a_0_400"/>
          <p:cNvSpPr txBox="1"/>
          <p:nvPr/>
        </p:nvSpPr>
        <p:spPr>
          <a:xfrm>
            <a:off x="587375" y="3930350"/>
            <a:ext cx="6761400" cy="216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}</a:t>
            </a:r>
            <a:endParaRPr sz="2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});</a:t>
            </a:r>
            <a:endParaRPr sz="2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..</a:t>
            </a:r>
            <a:r>
              <a:rPr lang="ru-RU" sz="2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endParaRPr sz="2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thread</a:t>
            </a:r>
            <a:r>
              <a:rPr lang="ru-RU" sz="2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ru-RU" sz="20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Abort</a:t>
            </a:r>
            <a:r>
              <a:rPr lang="ru-RU" sz="2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();</a:t>
            </a:r>
            <a:endParaRPr sz="2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557" name="Google Shape;557;g3120ba7d59a_0_400"/>
          <p:cNvSpPr txBox="1"/>
          <p:nvPr/>
        </p:nvSpPr>
        <p:spPr>
          <a:xfrm>
            <a:off x="587375" y="1425050"/>
            <a:ext cx="5990100" cy="2581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var</a:t>
            </a:r>
            <a:r>
              <a:rPr lang="ru-RU" sz="2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ru-RU" sz="2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thread</a:t>
            </a:r>
            <a:r>
              <a:rPr lang="ru-RU" sz="2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ru-RU" sz="2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ru-RU" sz="2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ru-RU" sz="2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new</a:t>
            </a:r>
            <a:r>
              <a:rPr lang="ru-RU" sz="2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ru-RU" sz="2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Thread</a:t>
            </a:r>
            <a:r>
              <a:rPr lang="ru-RU" sz="2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(() </a:t>
            </a:r>
            <a:r>
              <a:rPr lang="ru-RU" sz="2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=&gt;</a:t>
            </a:r>
            <a:r>
              <a:rPr lang="ru-RU" sz="2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{</a:t>
            </a:r>
            <a:endParaRPr sz="2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</a:t>
            </a:r>
            <a:r>
              <a:rPr lang="ru-RU" sz="2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try</a:t>
            </a:r>
            <a:r>
              <a:rPr lang="ru-RU" sz="2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{</a:t>
            </a:r>
            <a:endParaRPr sz="2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ru-RU" sz="2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..</a:t>
            </a:r>
            <a:r>
              <a:rPr lang="ru-RU" sz="2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endParaRPr sz="2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}</a:t>
            </a:r>
            <a:endParaRPr sz="2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</a:t>
            </a:r>
            <a:r>
              <a:rPr lang="ru-RU" sz="2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catch</a:t>
            </a:r>
            <a:r>
              <a:rPr lang="ru-RU" sz="2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(</a:t>
            </a:r>
            <a:r>
              <a:rPr lang="ru-RU" sz="2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Thread</a:t>
            </a:r>
            <a:r>
              <a:rPr lang="ru-RU" sz="2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Abort</a:t>
            </a:r>
            <a:r>
              <a:rPr lang="ru-RU" sz="2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Exception</a:t>
            </a:r>
            <a:r>
              <a:rPr lang="ru-RU" sz="2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ru-RU" sz="2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e</a:t>
            </a:r>
            <a:r>
              <a:rPr lang="ru-RU" sz="2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 {</a:t>
            </a:r>
            <a:endParaRPr sz="2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ru-RU" sz="2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..</a:t>
            </a:r>
            <a:r>
              <a:rPr lang="ru-RU" sz="2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endParaRPr/>
          </a:p>
        </p:txBody>
      </p:sp>
      <p:sp>
        <p:nvSpPr>
          <p:cNvPr id="558" name="Google Shape;558;g3120ba7d59a_0_400"/>
          <p:cNvSpPr txBox="1"/>
          <p:nvPr/>
        </p:nvSpPr>
        <p:spPr>
          <a:xfrm>
            <a:off x="587375" y="3930350"/>
            <a:ext cx="3000000" cy="4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ru-RU" sz="2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throw</a:t>
            </a:r>
            <a:r>
              <a:rPr lang="ru-RU" sz="2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62" name="Shape 5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3" name="Google Shape;563;g3120ba7d59a_0_418"/>
          <p:cNvSpPr txBox="1"/>
          <p:nvPr>
            <p:ph type="title"/>
          </p:nvPr>
        </p:nvSpPr>
        <p:spPr>
          <a:xfrm>
            <a:off x="587375" y="583200"/>
            <a:ext cx="10437300" cy="119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ru-RU"/>
              <a:t>Thread abort</a:t>
            </a:r>
            <a:endParaRPr/>
          </a:p>
        </p:txBody>
      </p:sp>
      <p:pic>
        <p:nvPicPr>
          <p:cNvPr id="564" name="Google Shape;564;g3120ba7d59a_0_4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227501" y="583201"/>
            <a:ext cx="1377125" cy="1377150"/>
          </a:xfrm>
          <a:prstGeom prst="rect">
            <a:avLst/>
          </a:prstGeom>
          <a:noFill/>
          <a:ln>
            <a:noFill/>
          </a:ln>
        </p:spPr>
      </p:pic>
      <p:sp>
        <p:nvSpPr>
          <p:cNvPr id="565" name="Google Shape;565;g3120ba7d59a_0_418"/>
          <p:cNvSpPr txBox="1"/>
          <p:nvPr/>
        </p:nvSpPr>
        <p:spPr>
          <a:xfrm>
            <a:off x="587375" y="3930350"/>
            <a:ext cx="6761400" cy="216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}</a:t>
            </a:r>
            <a:endParaRPr sz="2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});</a:t>
            </a:r>
            <a:endParaRPr sz="2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..</a:t>
            </a:r>
            <a:r>
              <a:rPr lang="ru-RU" sz="2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endParaRPr sz="2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thread</a:t>
            </a:r>
            <a:r>
              <a:rPr lang="ru-RU" sz="2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ru-RU" sz="20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Abort</a:t>
            </a:r>
            <a:r>
              <a:rPr lang="ru-RU" sz="2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();</a:t>
            </a:r>
            <a:endParaRPr sz="2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566" name="Google Shape;566;g3120ba7d59a_0_418"/>
          <p:cNvSpPr txBox="1"/>
          <p:nvPr/>
        </p:nvSpPr>
        <p:spPr>
          <a:xfrm>
            <a:off x="587375" y="1425050"/>
            <a:ext cx="5990100" cy="2581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var</a:t>
            </a:r>
            <a:r>
              <a:rPr lang="ru-RU" sz="2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ru-RU" sz="2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thread</a:t>
            </a:r>
            <a:r>
              <a:rPr lang="ru-RU" sz="2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ru-RU" sz="2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ru-RU" sz="2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ru-RU" sz="2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new</a:t>
            </a:r>
            <a:r>
              <a:rPr lang="ru-RU" sz="2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ru-RU" sz="2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Thread</a:t>
            </a:r>
            <a:r>
              <a:rPr lang="ru-RU" sz="2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(() </a:t>
            </a:r>
            <a:r>
              <a:rPr lang="ru-RU" sz="2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=&gt;</a:t>
            </a:r>
            <a:r>
              <a:rPr lang="ru-RU" sz="2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{</a:t>
            </a:r>
            <a:endParaRPr sz="2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</a:t>
            </a:r>
            <a:r>
              <a:rPr lang="ru-RU" sz="2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try</a:t>
            </a:r>
            <a:r>
              <a:rPr lang="ru-RU" sz="2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{</a:t>
            </a:r>
            <a:endParaRPr sz="2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ru-RU" sz="2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..</a:t>
            </a:r>
            <a:r>
              <a:rPr lang="ru-RU" sz="2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endParaRPr sz="2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}</a:t>
            </a:r>
            <a:endParaRPr sz="2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</a:t>
            </a:r>
            <a:r>
              <a:rPr lang="ru-RU" sz="2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catch</a:t>
            </a:r>
            <a:r>
              <a:rPr lang="ru-RU" sz="2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(</a:t>
            </a:r>
            <a:r>
              <a:rPr lang="ru-RU" sz="2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ThreadAbortException</a:t>
            </a:r>
            <a:r>
              <a:rPr lang="ru-RU" sz="2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ru-RU" sz="2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e</a:t>
            </a:r>
            <a:r>
              <a:rPr lang="ru-RU" sz="2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 {</a:t>
            </a:r>
            <a:endParaRPr sz="2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ru-RU" sz="2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..</a:t>
            </a:r>
            <a:r>
              <a:rPr lang="ru-RU" sz="2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endParaRPr/>
          </a:p>
        </p:txBody>
      </p:sp>
      <p:sp>
        <p:nvSpPr>
          <p:cNvPr id="567" name="Google Shape;567;g3120ba7d59a_0_418"/>
          <p:cNvSpPr txBox="1"/>
          <p:nvPr/>
        </p:nvSpPr>
        <p:spPr>
          <a:xfrm>
            <a:off x="587375" y="3930350"/>
            <a:ext cx="4843500" cy="4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</a:t>
            </a:r>
            <a:r>
              <a:rPr lang="ru-RU" sz="2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</a:t>
            </a:r>
            <a:r>
              <a:rPr lang="ru-RU" sz="2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Thread</a:t>
            </a:r>
            <a:r>
              <a:rPr lang="ru-RU" sz="2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ru-RU" sz="20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ResetAbort</a:t>
            </a:r>
            <a:r>
              <a:rPr lang="ru-RU" sz="2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()</a:t>
            </a:r>
            <a:r>
              <a:rPr lang="ru-RU" sz="2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</a:t>
            </a:r>
            <a:endParaRPr sz="200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71" name="Shape 5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2" name="Google Shape;572;g3120ba7d59a_0_427"/>
          <p:cNvSpPr txBox="1"/>
          <p:nvPr>
            <p:ph type="title"/>
          </p:nvPr>
        </p:nvSpPr>
        <p:spPr>
          <a:xfrm>
            <a:off x="587375" y="583200"/>
            <a:ext cx="10437300" cy="119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ru-RU"/>
              <a:t>Thread abort</a:t>
            </a:r>
            <a:endParaRPr/>
          </a:p>
        </p:txBody>
      </p:sp>
      <p:pic>
        <p:nvPicPr>
          <p:cNvPr id="573" name="Google Shape;573;g3120ba7d59a_0_4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227501" y="583201"/>
            <a:ext cx="1377125" cy="1377150"/>
          </a:xfrm>
          <a:prstGeom prst="rect">
            <a:avLst/>
          </a:prstGeom>
          <a:noFill/>
          <a:ln>
            <a:noFill/>
          </a:ln>
        </p:spPr>
      </p:pic>
      <p:pic>
        <p:nvPicPr>
          <p:cNvPr id="574" name="Google Shape;574;g3120ba7d59a_0_427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87387" y="2898218"/>
            <a:ext cx="464734" cy="464734"/>
          </a:xfrm>
          <a:prstGeom prst="rect">
            <a:avLst/>
          </a:prstGeom>
          <a:noFill/>
          <a:ln>
            <a:noFill/>
          </a:ln>
        </p:spPr>
      </p:pic>
      <p:sp>
        <p:nvSpPr>
          <p:cNvPr id="575" name="Google Shape;575;g3120ba7d59a_0_427"/>
          <p:cNvSpPr txBox="1"/>
          <p:nvPr/>
        </p:nvSpPr>
        <p:spPr>
          <a:xfrm>
            <a:off x="1203263" y="2985506"/>
            <a:ext cx="88275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ru-RU" sz="2000">
                <a:solidFill>
                  <a:srgbClr val="FEFFFE"/>
                </a:solidFill>
                <a:latin typeface="Montserrat"/>
                <a:ea typeface="Montserrat"/>
                <a:cs typeface="Montserrat"/>
                <a:sym typeface="Montserrat"/>
              </a:rPr>
              <a:t>Избегайте остановки потоков</a:t>
            </a:r>
            <a:endParaRPr sz="2000">
              <a:solidFill>
                <a:srgbClr val="FEFFFE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pic>
        <p:nvPicPr>
          <p:cNvPr id="576" name="Google Shape;576;g3120ba7d59a_0_427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87387" y="3431618"/>
            <a:ext cx="464734" cy="464734"/>
          </a:xfrm>
          <a:prstGeom prst="rect">
            <a:avLst/>
          </a:prstGeom>
          <a:noFill/>
          <a:ln>
            <a:noFill/>
          </a:ln>
        </p:spPr>
      </p:pic>
      <p:sp>
        <p:nvSpPr>
          <p:cNvPr id="577" name="Google Shape;577;g3120ba7d59a_0_427"/>
          <p:cNvSpPr txBox="1"/>
          <p:nvPr/>
        </p:nvSpPr>
        <p:spPr>
          <a:xfrm>
            <a:off x="1203263" y="3518906"/>
            <a:ext cx="88275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ru-RU" sz="2000">
                <a:solidFill>
                  <a:srgbClr val="FEFFFE"/>
                </a:solidFill>
                <a:latin typeface="Montserrat"/>
                <a:ea typeface="Montserrat"/>
                <a:cs typeface="Montserrat"/>
                <a:sym typeface="Montserrat"/>
              </a:rPr>
              <a:t>Синхронизируйте потоки</a:t>
            </a:r>
            <a:endParaRPr sz="2000">
              <a:solidFill>
                <a:srgbClr val="FEFFFE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81" name="Shape 5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2" name="Google Shape;582;g3120ba7d59a_0_439"/>
          <p:cNvSpPr txBox="1"/>
          <p:nvPr>
            <p:ph type="title"/>
          </p:nvPr>
        </p:nvSpPr>
        <p:spPr>
          <a:xfrm>
            <a:off x="587375" y="583200"/>
            <a:ext cx="10437300" cy="119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ru-RU"/>
              <a:t>Out of memory</a:t>
            </a:r>
            <a:endParaRPr/>
          </a:p>
        </p:txBody>
      </p:sp>
      <p:pic>
        <p:nvPicPr>
          <p:cNvPr id="583" name="Google Shape;583;g3120ba7d59a_0_4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227501" y="583201"/>
            <a:ext cx="1377125" cy="1377150"/>
          </a:xfrm>
          <a:prstGeom prst="rect">
            <a:avLst/>
          </a:prstGeom>
          <a:noFill/>
          <a:ln>
            <a:noFill/>
          </a:ln>
        </p:spPr>
      </p:pic>
      <p:sp>
        <p:nvSpPr>
          <p:cNvPr id="584" name="Google Shape;584;g3120ba7d59a_0_439"/>
          <p:cNvSpPr txBox="1"/>
          <p:nvPr/>
        </p:nvSpPr>
        <p:spPr>
          <a:xfrm>
            <a:off x="587375" y="2113750"/>
            <a:ext cx="7487100" cy="3834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0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LimitMemory</a:t>
            </a:r>
            <a:r>
              <a:rPr lang="ru-RU" sz="2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ru-RU" sz="2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64</a:t>
            </a:r>
            <a:r>
              <a:rPr lang="ru-RU" sz="2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ru-RU" sz="20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Mb</a:t>
            </a:r>
            <a:r>
              <a:rPr lang="ru-RU" sz="2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());</a:t>
            </a:r>
            <a:endParaRPr sz="2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try</a:t>
            </a:r>
            <a:r>
              <a:rPr lang="ru-RU" sz="2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{</a:t>
            </a:r>
            <a:endParaRPr sz="2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</a:t>
            </a:r>
            <a:r>
              <a:rPr lang="ru-RU" sz="2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while</a:t>
            </a:r>
            <a:r>
              <a:rPr lang="ru-RU" sz="2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ru-RU" sz="2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true</a:t>
            </a:r>
            <a:r>
              <a:rPr lang="ru-RU" sz="2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</a:t>
            </a:r>
            <a:endParaRPr sz="2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ru-RU" sz="2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list</a:t>
            </a:r>
            <a:r>
              <a:rPr lang="ru-RU" sz="2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ru-RU" sz="20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Add</a:t>
            </a:r>
            <a:r>
              <a:rPr lang="ru-RU" sz="2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ru-RU" sz="2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new</a:t>
            </a:r>
            <a:r>
              <a:rPr lang="ru-RU" sz="2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ru-RU" sz="2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byte</a:t>
            </a:r>
            <a:r>
              <a:rPr lang="ru-RU" sz="2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[</a:t>
            </a:r>
            <a:r>
              <a:rPr lang="ru-RU" sz="2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SIZE</a:t>
            </a:r>
            <a:r>
              <a:rPr lang="ru-RU" sz="2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]);</a:t>
            </a:r>
            <a:endParaRPr sz="2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}</a:t>
            </a:r>
            <a:endParaRPr sz="2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catch</a:t>
            </a:r>
            <a:r>
              <a:rPr lang="ru-RU" sz="2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(</a:t>
            </a:r>
            <a:r>
              <a:rPr lang="ru-RU" sz="2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OutOfMemoryException</a:t>
            </a:r>
            <a:r>
              <a:rPr lang="ru-RU" sz="2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ru-RU" sz="2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e</a:t>
            </a:r>
            <a:r>
              <a:rPr lang="ru-RU" sz="2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 {</a:t>
            </a:r>
            <a:endParaRPr sz="2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</a:t>
            </a:r>
            <a:r>
              <a:rPr lang="ru-RU" sz="2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Console</a:t>
            </a:r>
            <a:r>
              <a:rPr lang="ru-RU" sz="2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ru-RU" sz="20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WriteLine</a:t>
            </a:r>
            <a:r>
              <a:rPr lang="ru-RU" sz="2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ru-RU" sz="2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e</a:t>
            </a:r>
            <a:r>
              <a:rPr lang="ru-RU" sz="2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);</a:t>
            </a:r>
            <a:endParaRPr sz="2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}</a:t>
            </a:r>
            <a:endParaRPr sz="2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88" name="Shape 5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9" name="Google Shape;589;g3120ba7d59a_0_451"/>
          <p:cNvSpPr txBox="1"/>
          <p:nvPr>
            <p:ph type="title"/>
          </p:nvPr>
        </p:nvSpPr>
        <p:spPr>
          <a:xfrm>
            <a:off x="587375" y="583200"/>
            <a:ext cx="10437300" cy="119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ru-RU"/>
              <a:t>Out of memory</a:t>
            </a:r>
            <a:endParaRPr/>
          </a:p>
        </p:txBody>
      </p:sp>
      <p:pic>
        <p:nvPicPr>
          <p:cNvPr id="590" name="Google Shape;590;g3120ba7d59a_0_45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227501" y="583201"/>
            <a:ext cx="1377125" cy="1377150"/>
          </a:xfrm>
          <a:prstGeom prst="rect">
            <a:avLst/>
          </a:prstGeom>
          <a:noFill/>
          <a:ln>
            <a:noFill/>
          </a:ln>
        </p:spPr>
      </p:pic>
      <p:pic>
        <p:nvPicPr>
          <p:cNvPr id="591" name="Google Shape;591;g3120ba7d59a_0_451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87387" y="2898218"/>
            <a:ext cx="464734" cy="464734"/>
          </a:xfrm>
          <a:prstGeom prst="rect">
            <a:avLst/>
          </a:prstGeom>
          <a:noFill/>
          <a:ln>
            <a:noFill/>
          </a:ln>
        </p:spPr>
      </p:pic>
      <p:sp>
        <p:nvSpPr>
          <p:cNvPr id="592" name="Google Shape;592;g3120ba7d59a_0_451"/>
          <p:cNvSpPr txBox="1"/>
          <p:nvPr/>
        </p:nvSpPr>
        <p:spPr>
          <a:xfrm>
            <a:off x="1203263" y="2985506"/>
            <a:ext cx="88275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ru-RU" sz="2000">
                <a:solidFill>
                  <a:srgbClr val="FEFFFE"/>
                </a:solidFill>
                <a:latin typeface="Montserrat"/>
                <a:ea typeface="Montserrat"/>
                <a:cs typeface="Montserrat"/>
                <a:sym typeface="Montserrat"/>
              </a:rPr>
              <a:t>Исключение обработается</a:t>
            </a:r>
            <a:endParaRPr sz="2000">
              <a:solidFill>
                <a:srgbClr val="FEFFFE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pic>
        <p:nvPicPr>
          <p:cNvPr id="593" name="Google Shape;593;g3120ba7d59a_0_451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87387" y="3431618"/>
            <a:ext cx="464734" cy="464734"/>
          </a:xfrm>
          <a:prstGeom prst="rect">
            <a:avLst/>
          </a:prstGeom>
          <a:noFill/>
          <a:ln>
            <a:noFill/>
          </a:ln>
        </p:spPr>
      </p:pic>
      <p:sp>
        <p:nvSpPr>
          <p:cNvPr id="594" name="Google Shape;594;g3120ba7d59a_0_451"/>
          <p:cNvSpPr txBox="1"/>
          <p:nvPr/>
        </p:nvSpPr>
        <p:spPr>
          <a:xfrm>
            <a:off x="1203263" y="3518906"/>
            <a:ext cx="88275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ru-RU" sz="2000">
                <a:solidFill>
                  <a:srgbClr val="FEFFFE"/>
                </a:solidFill>
                <a:latin typeface="Montserrat"/>
                <a:ea typeface="Montserrat"/>
                <a:cs typeface="Montserrat"/>
                <a:sym typeface="Montserrat"/>
              </a:rPr>
              <a:t>Процесс упадет</a:t>
            </a:r>
            <a:endParaRPr sz="2000">
              <a:solidFill>
                <a:srgbClr val="FEFFFE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pic>
        <p:nvPicPr>
          <p:cNvPr id="595" name="Google Shape;595;g3120ba7d59a_0_451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87387" y="3965018"/>
            <a:ext cx="464734" cy="464734"/>
          </a:xfrm>
          <a:prstGeom prst="rect">
            <a:avLst/>
          </a:prstGeom>
          <a:noFill/>
          <a:ln>
            <a:noFill/>
          </a:ln>
        </p:spPr>
      </p:pic>
      <p:sp>
        <p:nvSpPr>
          <p:cNvPr id="596" name="Google Shape;596;g3120ba7d59a_0_451"/>
          <p:cNvSpPr txBox="1"/>
          <p:nvPr/>
        </p:nvSpPr>
        <p:spPr>
          <a:xfrm>
            <a:off x="1203263" y="4052306"/>
            <a:ext cx="88275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ru-RU" sz="2000">
                <a:solidFill>
                  <a:srgbClr val="FEFFFE"/>
                </a:solidFill>
                <a:latin typeface="Montserrat"/>
                <a:ea typeface="Montserrat"/>
                <a:cs typeface="Montserrat"/>
                <a:sym typeface="Montserrat"/>
              </a:rPr>
              <a:t>Зайдем в </a:t>
            </a:r>
            <a:r>
              <a:rPr lang="ru-RU" sz="2000">
                <a:solidFill>
                  <a:srgbClr val="A4C2F4"/>
                </a:solidFill>
                <a:latin typeface="Montserrat"/>
                <a:ea typeface="Montserrat"/>
                <a:cs typeface="Montserrat"/>
                <a:sym typeface="Montserrat"/>
              </a:rPr>
              <a:t>catch</a:t>
            </a:r>
            <a:r>
              <a:rPr lang="ru-RU" sz="2000">
                <a:solidFill>
                  <a:srgbClr val="FEFFFE"/>
                </a:solidFill>
                <a:latin typeface="Montserrat"/>
                <a:ea typeface="Montserrat"/>
                <a:cs typeface="Montserrat"/>
                <a:sym typeface="Montserrat"/>
              </a:rPr>
              <a:t>, но исключение вылетит снова</a:t>
            </a:r>
            <a:endParaRPr sz="2000">
              <a:solidFill>
                <a:srgbClr val="FEFFFE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pic>
        <p:nvPicPr>
          <p:cNvPr id="597" name="Google Shape;597;g3120ba7d59a_0_451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87387" y="4498418"/>
            <a:ext cx="464734" cy="464734"/>
          </a:xfrm>
          <a:prstGeom prst="rect">
            <a:avLst/>
          </a:prstGeom>
          <a:noFill/>
          <a:ln>
            <a:noFill/>
          </a:ln>
        </p:spPr>
      </p:pic>
      <p:sp>
        <p:nvSpPr>
          <p:cNvPr id="598" name="Google Shape;598;g3120ba7d59a_0_451"/>
          <p:cNvSpPr txBox="1"/>
          <p:nvPr/>
        </p:nvSpPr>
        <p:spPr>
          <a:xfrm>
            <a:off x="1203263" y="4585706"/>
            <a:ext cx="88275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ru-RU" sz="2000">
                <a:solidFill>
                  <a:srgbClr val="FEFFFE"/>
                </a:solidFill>
                <a:latin typeface="Montserrat"/>
                <a:ea typeface="Montserrat"/>
                <a:cs typeface="Montserrat"/>
                <a:sym typeface="Montserrat"/>
              </a:rPr>
              <a:t>Зайдем в </a:t>
            </a:r>
            <a:r>
              <a:rPr lang="ru-RU" sz="2000">
                <a:solidFill>
                  <a:srgbClr val="A4C2F4"/>
                </a:solidFill>
                <a:latin typeface="Montserrat"/>
                <a:ea typeface="Montserrat"/>
                <a:cs typeface="Montserrat"/>
                <a:sym typeface="Montserrat"/>
              </a:rPr>
              <a:t>catch</a:t>
            </a:r>
            <a:r>
              <a:rPr lang="ru-RU" sz="2000">
                <a:solidFill>
                  <a:srgbClr val="FEFFFE"/>
                </a:solidFill>
                <a:latin typeface="Montserrat"/>
                <a:ea typeface="Montserrat"/>
                <a:cs typeface="Montserrat"/>
                <a:sym typeface="Montserrat"/>
              </a:rPr>
              <a:t>, но вылетит </a:t>
            </a:r>
            <a:r>
              <a:rPr lang="ru-RU" sz="2000">
                <a:solidFill>
                  <a:srgbClr val="EA9999"/>
                </a:solidFill>
                <a:latin typeface="Montserrat"/>
                <a:ea typeface="Montserrat"/>
                <a:cs typeface="Montserrat"/>
                <a:sym typeface="Montserrat"/>
              </a:rPr>
              <a:t>StackOverflow </a:t>
            </a:r>
            <a:endParaRPr sz="2000">
              <a:solidFill>
                <a:srgbClr val="FEFFFE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02" name="Shape 6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3" name="Google Shape;603;g3120ba7d59a_0_469"/>
          <p:cNvSpPr txBox="1"/>
          <p:nvPr>
            <p:ph type="title"/>
          </p:nvPr>
        </p:nvSpPr>
        <p:spPr>
          <a:xfrm>
            <a:off x="587375" y="583200"/>
            <a:ext cx="10437300" cy="119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ru-RU"/>
              <a:t>Out of memory</a:t>
            </a:r>
            <a:endParaRPr/>
          </a:p>
        </p:txBody>
      </p:sp>
      <p:pic>
        <p:nvPicPr>
          <p:cNvPr id="604" name="Google Shape;604;g3120ba7d59a_0_46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227501" y="583201"/>
            <a:ext cx="1377125" cy="1377150"/>
          </a:xfrm>
          <a:prstGeom prst="rect">
            <a:avLst/>
          </a:prstGeom>
          <a:noFill/>
          <a:ln>
            <a:noFill/>
          </a:ln>
        </p:spPr>
      </p:pic>
      <p:sp>
        <p:nvSpPr>
          <p:cNvPr id="605" name="Google Shape;605;g3120ba7d59a_0_469"/>
          <p:cNvSpPr txBox="1"/>
          <p:nvPr/>
        </p:nvSpPr>
        <p:spPr>
          <a:xfrm>
            <a:off x="5006100" y="3468300"/>
            <a:ext cx="2179800" cy="800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40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Ответ…</a:t>
            </a:r>
            <a:endParaRPr sz="400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09" name="Shape 6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0" name="Google Shape;610;g3120ba7d59a_0_483"/>
          <p:cNvSpPr txBox="1"/>
          <p:nvPr>
            <p:ph type="title"/>
          </p:nvPr>
        </p:nvSpPr>
        <p:spPr>
          <a:xfrm>
            <a:off x="587375" y="583200"/>
            <a:ext cx="10437300" cy="119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ru-RU"/>
              <a:t>Out of memory</a:t>
            </a:r>
            <a:endParaRPr/>
          </a:p>
        </p:txBody>
      </p:sp>
      <p:pic>
        <p:nvPicPr>
          <p:cNvPr id="611" name="Google Shape;611;g3120ba7d59a_0_48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227501" y="583201"/>
            <a:ext cx="1377125" cy="1377150"/>
          </a:xfrm>
          <a:prstGeom prst="rect">
            <a:avLst/>
          </a:prstGeom>
          <a:noFill/>
          <a:ln>
            <a:noFill/>
          </a:ln>
        </p:spPr>
      </p:pic>
      <p:sp>
        <p:nvSpPr>
          <p:cNvPr id="612" name="Google Shape;612;g3120ba7d59a_0_483"/>
          <p:cNvSpPr txBox="1"/>
          <p:nvPr/>
        </p:nvSpPr>
        <p:spPr>
          <a:xfrm>
            <a:off x="1203263" y="1613906"/>
            <a:ext cx="88275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ru-RU" sz="2000">
                <a:solidFill>
                  <a:srgbClr val="FEFFFE"/>
                </a:solidFill>
                <a:latin typeface="Montserrat"/>
                <a:ea typeface="Montserrat"/>
                <a:cs typeface="Montserrat"/>
                <a:sym typeface="Montserrat"/>
              </a:rPr>
              <a:t>Исключение обработается</a:t>
            </a:r>
            <a:endParaRPr sz="2000">
              <a:solidFill>
                <a:srgbClr val="FEFFFE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613" name="Google Shape;613;g3120ba7d59a_0_483"/>
          <p:cNvSpPr txBox="1"/>
          <p:nvPr/>
        </p:nvSpPr>
        <p:spPr>
          <a:xfrm>
            <a:off x="1203263" y="2147306"/>
            <a:ext cx="88275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ru-RU" sz="2000">
                <a:solidFill>
                  <a:srgbClr val="FEFFFE"/>
                </a:solidFill>
                <a:latin typeface="Montserrat"/>
                <a:ea typeface="Montserrat"/>
                <a:cs typeface="Montserrat"/>
                <a:sym typeface="Montserrat"/>
              </a:rPr>
              <a:t>Процесс упадет</a:t>
            </a:r>
            <a:endParaRPr sz="2000">
              <a:solidFill>
                <a:srgbClr val="FEFFFE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614" name="Google Shape;614;g3120ba7d59a_0_483"/>
          <p:cNvSpPr txBox="1"/>
          <p:nvPr/>
        </p:nvSpPr>
        <p:spPr>
          <a:xfrm>
            <a:off x="1203263" y="2680706"/>
            <a:ext cx="88275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ru-RU" sz="2000">
                <a:solidFill>
                  <a:srgbClr val="FEFFFE"/>
                </a:solidFill>
                <a:latin typeface="Montserrat"/>
                <a:ea typeface="Montserrat"/>
                <a:cs typeface="Montserrat"/>
                <a:sym typeface="Montserrat"/>
              </a:rPr>
              <a:t>Зайдем в </a:t>
            </a:r>
            <a:r>
              <a:rPr lang="ru-RU" sz="2000">
                <a:solidFill>
                  <a:srgbClr val="A4C2F4"/>
                </a:solidFill>
                <a:latin typeface="Montserrat"/>
                <a:ea typeface="Montserrat"/>
                <a:cs typeface="Montserrat"/>
                <a:sym typeface="Montserrat"/>
              </a:rPr>
              <a:t>catch</a:t>
            </a:r>
            <a:r>
              <a:rPr lang="ru-RU" sz="2000">
                <a:solidFill>
                  <a:srgbClr val="FEFFFE"/>
                </a:solidFill>
                <a:latin typeface="Montserrat"/>
                <a:ea typeface="Montserrat"/>
                <a:cs typeface="Montserrat"/>
                <a:sym typeface="Montserrat"/>
              </a:rPr>
              <a:t>, но исключение вылетит снова</a:t>
            </a:r>
            <a:endParaRPr sz="2000">
              <a:solidFill>
                <a:srgbClr val="FEFFFE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615" name="Google Shape;615;g3120ba7d59a_0_483"/>
          <p:cNvSpPr txBox="1"/>
          <p:nvPr/>
        </p:nvSpPr>
        <p:spPr>
          <a:xfrm>
            <a:off x="1203263" y="3214106"/>
            <a:ext cx="88275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ru-RU" sz="2000">
                <a:solidFill>
                  <a:srgbClr val="FEFFFE"/>
                </a:solidFill>
                <a:latin typeface="Montserrat"/>
                <a:ea typeface="Montserrat"/>
                <a:cs typeface="Montserrat"/>
                <a:sym typeface="Montserrat"/>
              </a:rPr>
              <a:t>Зайдем в </a:t>
            </a:r>
            <a:r>
              <a:rPr lang="ru-RU" sz="2000">
                <a:solidFill>
                  <a:srgbClr val="A4C2F4"/>
                </a:solidFill>
                <a:latin typeface="Montserrat"/>
                <a:ea typeface="Montserrat"/>
                <a:cs typeface="Montserrat"/>
                <a:sym typeface="Montserrat"/>
              </a:rPr>
              <a:t>catch</a:t>
            </a:r>
            <a:r>
              <a:rPr lang="ru-RU" sz="2000">
                <a:solidFill>
                  <a:srgbClr val="FEFFFE"/>
                </a:solidFill>
                <a:latin typeface="Montserrat"/>
                <a:ea typeface="Montserrat"/>
                <a:cs typeface="Montserrat"/>
                <a:sym typeface="Montserrat"/>
              </a:rPr>
              <a:t>, но вылетит </a:t>
            </a:r>
            <a:r>
              <a:rPr lang="ru-RU" sz="2000">
                <a:solidFill>
                  <a:srgbClr val="EA9999"/>
                </a:solidFill>
                <a:latin typeface="Montserrat"/>
                <a:ea typeface="Montserrat"/>
                <a:cs typeface="Montserrat"/>
                <a:sym typeface="Montserrat"/>
              </a:rPr>
              <a:t>StackOverflow </a:t>
            </a:r>
            <a:endParaRPr sz="2000">
              <a:solidFill>
                <a:srgbClr val="FEFFFE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pic>
        <p:nvPicPr>
          <p:cNvPr id="616" name="Google Shape;616;g3120ba7d59a_0_48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63576" y="1537702"/>
            <a:ext cx="423900" cy="423900"/>
          </a:xfrm>
          <a:prstGeom prst="rect">
            <a:avLst/>
          </a:prstGeom>
          <a:noFill/>
          <a:ln>
            <a:noFill/>
          </a:ln>
        </p:spPr>
      </p:pic>
      <p:pic>
        <p:nvPicPr>
          <p:cNvPr id="617" name="Google Shape;617;g3120ba7d59a_0_48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63576" y="2089252"/>
            <a:ext cx="423900" cy="423900"/>
          </a:xfrm>
          <a:prstGeom prst="rect">
            <a:avLst/>
          </a:prstGeom>
          <a:noFill/>
          <a:ln>
            <a:noFill/>
          </a:ln>
        </p:spPr>
      </p:pic>
      <p:pic>
        <p:nvPicPr>
          <p:cNvPr id="618" name="Google Shape;618;g3120ba7d59a_0_48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63576" y="2604502"/>
            <a:ext cx="423900" cy="423900"/>
          </a:xfrm>
          <a:prstGeom prst="rect">
            <a:avLst/>
          </a:prstGeom>
          <a:noFill/>
          <a:ln>
            <a:noFill/>
          </a:ln>
        </p:spPr>
      </p:pic>
      <p:pic>
        <p:nvPicPr>
          <p:cNvPr id="619" name="Google Shape;619;g3120ba7d59a_0_48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63576" y="3156052"/>
            <a:ext cx="423900" cy="423900"/>
          </a:xfrm>
          <a:prstGeom prst="rect">
            <a:avLst/>
          </a:prstGeom>
          <a:noFill/>
          <a:ln>
            <a:noFill/>
          </a:ln>
        </p:spPr>
      </p:pic>
      <p:sp>
        <p:nvSpPr>
          <p:cNvPr id="620" name="Google Shape;620;g3120ba7d59a_0_483"/>
          <p:cNvSpPr txBox="1"/>
          <p:nvPr/>
        </p:nvSpPr>
        <p:spPr>
          <a:xfrm>
            <a:off x="483800" y="3657300"/>
            <a:ext cx="11357400" cy="910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Unhandled</a:t>
            </a:r>
            <a:r>
              <a:rPr lang="ru-RU" sz="2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ru-RU" sz="2000">
                <a:solidFill>
                  <a:srgbClr val="C8C8C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Exception</a:t>
            </a:r>
            <a:r>
              <a:rPr lang="ru-RU" sz="2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:</a:t>
            </a:r>
            <a:endParaRPr sz="2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</a:t>
            </a:r>
            <a:r>
              <a:rPr lang="ru-RU" sz="2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Cannot</a:t>
            </a:r>
            <a:r>
              <a:rPr lang="ru-RU" sz="2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ru-RU" sz="2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print</a:t>
            </a:r>
            <a:r>
              <a:rPr lang="ru-RU" sz="2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ru-RU" sz="2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exception</a:t>
            </a:r>
            <a:r>
              <a:rPr lang="ru-RU" sz="2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ru-RU" sz="2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string</a:t>
            </a:r>
            <a:r>
              <a:rPr lang="ru-RU" sz="2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ru-RU" sz="2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because</a:t>
            </a:r>
            <a:r>
              <a:rPr lang="ru-RU" sz="2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ru-RU" sz="2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Exception</a:t>
            </a:r>
            <a:r>
              <a:rPr lang="ru-RU" sz="2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ru-RU" sz="20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ToString</a:t>
            </a:r>
            <a:r>
              <a:rPr lang="ru-RU" sz="2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() </a:t>
            </a:r>
            <a:r>
              <a:rPr lang="ru-RU" sz="2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failed</a:t>
            </a:r>
            <a:r>
              <a:rPr lang="ru-RU" sz="2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endParaRPr sz="2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</p:txBody>
      </p:sp>
      <p:pic>
        <p:nvPicPr>
          <p:cNvPr id="621" name="Google Shape;621;g3120ba7d59a_0_483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560000" y="4702900"/>
            <a:ext cx="6534150" cy="17430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25" name="Shape 6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6" name="Google Shape;626;g3120ba7d59a_0_510"/>
          <p:cNvSpPr txBox="1"/>
          <p:nvPr>
            <p:ph type="title"/>
          </p:nvPr>
        </p:nvSpPr>
        <p:spPr>
          <a:xfrm>
            <a:off x="587375" y="583200"/>
            <a:ext cx="10437300" cy="119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ru-RU"/>
              <a:t>Finally</a:t>
            </a:r>
            <a:endParaRPr/>
          </a:p>
        </p:txBody>
      </p:sp>
      <p:pic>
        <p:nvPicPr>
          <p:cNvPr id="627" name="Google Shape;627;g3120ba7d59a_0_51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227501" y="583201"/>
            <a:ext cx="1377125" cy="1377150"/>
          </a:xfrm>
          <a:prstGeom prst="rect">
            <a:avLst/>
          </a:prstGeom>
          <a:noFill/>
          <a:ln>
            <a:noFill/>
          </a:ln>
        </p:spPr>
      </p:pic>
      <p:sp>
        <p:nvSpPr>
          <p:cNvPr id="628" name="Google Shape;628;g3120ba7d59a_0_510"/>
          <p:cNvSpPr txBox="1"/>
          <p:nvPr/>
        </p:nvSpPr>
        <p:spPr>
          <a:xfrm>
            <a:off x="587375" y="1935700"/>
            <a:ext cx="7214700" cy="4252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File</a:t>
            </a:r>
            <a:r>
              <a:rPr lang="ru-RU" sz="2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ru-RU" sz="2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bigFile</a:t>
            </a:r>
            <a:r>
              <a:rPr lang="ru-RU" sz="2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ru-RU" sz="2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ru-RU" sz="2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ru-RU" sz="20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CreateFile</a:t>
            </a:r>
            <a:r>
              <a:rPr lang="ru-RU" sz="2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();</a:t>
            </a:r>
            <a:endParaRPr sz="2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try</a:t>
            </a:r>
            <a:endParaRPr sz="2000">
              <a:solidFill>
                <a:srgbClr val="C586C0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{</a:t>
            </a:r>
            <a:endParaRPr sz="2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ru-RU" sz="2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bigFile</a:t>
            </a:r>
            <a:r>
              <a:rPr lang="ru-RU" sz="2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ru-RU" sz="20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WriteRandomData</a:t>
            </a:r>
            <a:r>
              <a:rPr lang="ru-RU" sz="2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ru-RU" sz="2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2</a:t>
            </a:r>
            <a:r>
              <a:rPr lang="ru-RU" sz="2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ru-RU" sz="20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Gb</a:t>
            </a:r>
            <a:r>
              <a:rPr lang="ru-RU" sz="2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());</a:t>
            </a:r>
            <a:endParaRPr sz="2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ru-RU" sz="20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ExecuteTests</a:t>
            </a:r>
            <a:r>
              <a:rPr lang="ru-RU" sz="2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ru-RU" sz="2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bigFile</a:t>
            </a:r>
            <a:r>
              <a:rPr lang="ru-RU" sz="2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);</a:t>
            </a:r>
            <a:endParaRPr sz="2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}</a:t>
            </a:r>
            <a:endParaRPr sz="2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finally</a:t>
            </a:r>
            <a:endParaRPr sz="2000">
              <a:solidFill>
                <a:srgbClr val="C586C0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{</a:t>
            </a:r>
            <a:endParaRPr sz="2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ru-RU" sz="2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bigFile</a:t>
            </a:r>
            <a:r>
              <a:rPr lang="ru-RU" sz="2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ru-RU" sz="20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Delete</a:t>
            </a:r>
            <a:r>
              <a:rPr lang="ru-RU" sz="2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();</a:t>
            </a:r>
            <a:endParaRPr sz="2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}</a:t>
            </a:r>
            <a:endParaRPr sz="2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32" name="Shape 6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3" name="Google Shape;633;g3120ba7d59a_0_528"/>
          <p:cNvSpPr txBox="1"/>
          <p:nvPr>
            <p:ph type="title"/>
          </p:nvPr>
        </p:nvSpPr>
        <p:spPr>
          <a:xfrm>
            <a:off x="587375" y="583200"/>
            <a:ext cx="10437300" cy="119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ru-RU"/>
              <a:t>Finally</a:t>
            </a:r>
            <a:endParaRPr/>
          </a:p>
        </p:txBody>
      </p:sp>
      <p:pic>
        <p:nvPicPr>
          <p:cNvPr id="634" name="Google Shape;634;g3120ba7d59a_0_5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227501" y="583201"/>
            <a:ext cx="1377125" cy="1377150"/>
          </a:xfrm>
          <a:prstGeom prst="rect">
            <a:avLst/>
          </a:prstGeom>
          <a:noFill/>
          <a:ln>
            <a:noFill/>
          </a:ln>
        </p:spPr>
      </p:pic>
      <p:sp>
        <p:nvSpPr>
          <p:cNvPr id="635" name="Google Shape;635;g3120ba7d59a_0_528"/>
          <p:cNvSpPr txBox="1"/>
          <p:nvPr/>
        </p:nvSpPr>
        <p:spPr>
          <a:xfrm>
            <a:off x="587375" y="2418400"/>
            <a:ext cx="8012700" cy="4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0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Блок </a:t>
            </a:r>
            <a:r>
              <a:rPr lang="ru-RU" sz="20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finally выполняется не всегда:</a:t>
            </a:r>
            <a:endParaRPr sz="200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pic>
        <p:nvPicPr>
          <p:cNvPr id="636" name="Google Shape;636;g3120ba7d59a_0_528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3962" y="3001618"/>
            <a:ext cx="464734" cy="464734"/>
          </a:xfrm>
          <a:prstGeom prst="rect">
            <a:avLst/>
          </a:prstGeom>
          <a:noFill/>
          <a:ln>
            <a:noFill/>
          </a:ln>
        </p:spPr>
      </p:pic>
      <p:sp>
        <p:nvSpPr>
          <p:cNvPr id="637" name="Google Shape;637;g3120ba7d59a_0_528"/>
          <p:cNvSpPr txBox="1"/>
          <p:nvPr/>
        </p:nvSpPr>
        <p:spPr>
          <a:xfrm>
            <a:off x="1249838" y="3088906"/>
            <a:ext cx="88275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ru-RU" sz="2000">
                <a:solidFill>
                  <a:srgbClr val="FEFFFE"/>
                </a:solidFill>
                <a:latin typeface="Montserrat"/>
                <a:ea typeface="Montserrat"/>
                <a:cs typeface="Montserrat"/>
                <a:sym typeface="Montserrat"/>
              </a:rPr>
              <a:t>Необрабатываемые</a:t>
            </a:r>
            <a:r>
              <a:rPr lang="ru-RU" sz="2000">
                <a:solidFill>
                  <a:srgbClr val="FEFFFE"/>
                </a:solidFill>
                <a:latin typeface="Montserrat"/>
                <a:ea typeface="Montserrat"/>
                <a:cs typeface="Montserrat"/>
                <a:sym typeface="Montserrat"/>
              </a:rPr>
              <a:t> исключения (</a:t>
            </a:r>
            <a:r>
              <a:rPr lang="ru-RU" sz="2000">
                <a:solidFill>
                  <a:srgbClr val="EA9999"/>
                </a:solidFill>
                <a:latin typeface="Montserrat"/>
                <a:ea typeface="Montserrat"/>
                <a:cs typeface="Montserrat"/>
                <a:sym typeface="Montserrat"/>
              </a:rPr>
              <a:t>StackOverflow</a:t>
            </a:r>
            <a:r>
              <a:rPr lang="ru-RU" sz="20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)</a:t>
            </a:r>
            <a:endParaRPr sz="2000">
              <a:solidFill>
                <a:srgbClr val="FEFFFE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pic>
        <p:nvPicPr>
          <p:cNvPr id="638" name="Google Shape;638;g3120ba7d59a_0_528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3962" y="3458818"/>
            <a:ext cx="464734" cy="464734"/>
          </a:xfrm>
          <a:prstGeom prst="rect">
            <a:avLst/>
          </a:prstGeom>
          <a:noFill/>
          <a:ln>
            <a:noFill/>
          </a:ln>
        </p:spPr>
      </p:pic>
      <p:sp>
        <p:nvSpPr>
          <p:cNvPr id="639" name="Google Shape;639;g3120ba7d59a_0_528"/>
          <p:cNvSpPr txBox="1"/>
          <p:nvPr/>
        </p:nvSpPr>
        <p:spPr>
          <a:xfrm>
            <a:off x="1249838" y="3546106"/>
            <a:ext cx="88275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ru-RU" sz="2000">
                <a:solidFill>
                  <a:srgbClr val="FEFFFE"/>
                </a:solidFill>
                <a:latin typeface="Montserrat"/>
                <a:ea typeface="Montserrat"/>
                <a:cs typeface="Montserrat"/>
                <a:sym typeface="Montserrat"/>
              </a:rPr>
              <a:t>Завершение процесса (</a:t>
            </a:r>
            <a:r>
              <a:rPr lang="ru-RU" sz="2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Environment</a:t>
            </a:r>
            <a:r>
              <a:rPr lang="ru-RU" sz="2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ru-RU" sz="2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Exit</a:t>
            </a:r>
            <a:r>
              <a:rPr lang="ru-RU" sz="2000">
                <a:solidFill>
                  <a:srgbClr val="FEFFFE"/>
                </a:solidFill>
                <a:latin typeface="Montserrat"/>
                <a:ea typeface="Montserrat"/>
                <a:cs typeface="Montserrat"/>
                <a:sym typeface="Montserrat"/>
              </a:rPr>
              <a:t>)</a:t>
            </a:r>
            <a:endParaRPr sz="2000">
              <a:solidFill>
                <a:srgbClr val="FEFFFE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pic>
        <p:nvPicPr>
          <p:cNvPr id="640" name="Google Shape;640;g3120ba7d59a_0_528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3962" y="3916018"/>
            <a:ext cx="464734" cy="464734"/>
          </a:xfrm>
          <a:prstGeom prst="rect">
            <a:avLst/>
          </a:prstGeom>
          <a:noFill/>
          <a:ln>
            <a:noFill/>
          </a:ln>
        </p:spPr>
      </p:pic>
      <p:sp>
        <p:nvSpPr>
          <p:cNvPr id="641" name="Google Shape;641;g3120ba7d59a_0_528"/>
          <p:cNvSpPr txBox="1"/>
          <p:nvPr/>
        </p:nvSpPr>
        <p:spPr>
          <a:xfrm>
            <a:off x="1249838" y="4003306"/>
            <a:ext cx="88275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ru-RU" sz="2000">
                <a:solidFill>
                  <a:srgbClr val="FEFFFE"/>
                </a:solidFill>
                <a:latin typeface="Montserrat"/>
                <a:ea typeface="Montserrat"/>
                <a:cs typeface="Montserrat"/>
                <a:sym typeface="Montserrat"/>
              </a:rPr>
              <a:t>Другие случаи</a:t>
            </a:r>
            <a:endParaRPr sz="2000">
              <a:solidFill>
                <a:srgbClr val="FEFFFE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642" name="Google Shape;642;g3120ba7d59a_0_528"/>
          <p:cNvSpPr txBox="1"/>
          <p:nvPr/>
        </p:nvSpPr>
        <p:spPr>
          <a:xfrm>
            <a:off x="633950" y="4748550"/>
            <a:ext cx="8012700" cy="4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0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Когда использовать</a:t>
            </a:r>
            <a:r>
              <a:rPr lang="ru-RU" sz="20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:</a:t>
            </a:r>
            <a:endParaRPr sz="200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pic>
        <p:nvPicPr>
          <p:cNvPr id="643" name="Google Shape;643;g3120ba7d59a_0_528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80537" y="5331768"/>
            <a:ext cx="464734" cy="464734"/>
          </a:xfrm>
          <a:prstGeom prst="rect">
            <a:avLst/>
          </a:prstGeom>
          <a:noFill/>
          <a:ln>
            <a:noFill/>
          </a:ln>
        </p:spPr>
      </p:pic>
      <p:sp>
        <p:nvSpPr>
          <p:cNvPr id="644" name="Google Shape;644;g3120ba7d59a_0_528"/>
          <p:cNvSpPr txBox="1"/>
          <p:nvPr/>
        </p:nvSpPr>
        <p:spPr>
          <a:xfrm>
            <a:off x="1296413" y="5419056"/>
            <a:ext cx="88275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ru-RU" sz="2000">
                <a:solidFill>
                  <a:srgbClr val="FEFFFE"/>
                </a:solidFill>
                <a:latin typeface="Montserrat"/>
                <a:ea typeface="Montserrat"/>
                <a:cs typeface="Montserrat"/>
                <a:sym typeface="Montserrat"/>
              </a:rPr>
              <a:t>Стандартное использование - </a:t>
            </a:r>
            <a:r>
              <a:rPr lang="ru-RU" sz="2000">
                <a:solidFill>
                  <a:srgbClr val="A4C2F4"/>
                </a:solidFill>
                <a:latin typeface="Montserrat"/>
                <a:ea typeface="Montserrat"/>
                <a:cs typeface="Montserrat"/>
                <a:sym typeface="Montserrat"/>
              </a:rPr>
              <a:t>try</a:t>
            </a:r>
            <a:r>
              <a:rPr lang="ru-RU" sz="2000">
                <a:solidFill>
                  <a:srgbClr val="FEFFFE"/>
                </a:solidFill>
                <a:latin typeface="Montserrat"/>
                <a:ea typeface="Montserrat"/>
                <a:cs typeface="Montserrat"/>
                <a:sym typeface="Montserrat"/>
              </a:rPr>
              <a:t>/</a:t>
            </a:r>
            <a:r>
              <a:rPr lang="ru-RU" sz="2000">
                <a:solidFill>
                  <a:srgbClr val="A4C2F4"/>
                </a:solidFill>
                <a:latin typeface="Montserrat"/>
                <a:ea typeface="Montserrat"/>
                <a:cs typeface="Montserrat"/>
                <a:sym typeface="Montserrat"/>
              </a:rPr>
              <a:t>catch</a:t>
            </a:r>
            <a:r>
              <a:rPr lang="ru-RU" sz="2000">
                <a:solidFill>
                  <a:srgbClr val="FEFFFE"/>
                </a:solidFill>
                <a:latin typeface="Montserrat"/>
                <a:ea typeface="Montserrat"/>
                <a:cs typeface="Montserrat"/>
                <a:sym typeface="Montserrat"/>
              </a:rPr>
              <a:t>/</a:t>
            </a:r>
            <a:r>
              <a:rPr lang="ru-RU" sz="2000">
                <a:solidFill>
                  <a:srgbClr val="A4C2F4"/>
                </a:solidFill>
                <a:latin typeface="Montserrat"/>
                <a:ea typeface="Montserrat"/>
                <a:cs typeface="Montserrat"/>
                <a:sym typeface="Montserrat"/>
              </a:rPr>
              <a:t>finally</a:t>
            </a:r>
            <a:endParaRPr sz="2000">
              <a:solidFill>
                <a:srgbClr val="A4C2F4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48" name="Shape 6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9" name="Google Shape;649;g3a7d5aab183_0_15"/>
          <p:cNvSpPr txBox="1"/>
          <p:nvPr>
            <p:ph type="title"/>
          </p:nvPr>
        </p:nvSpPr>
        <p:spPr>
          <a:xfrm>
            <a:off x="587375" y="583200"/>
            <a:ext cx="10437300" cy="119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ru-RU"/>
              <a:t>OneOf</a:t>
            </a:r>
            <a:endParaRPr/>
          </a:p>
        </p:txBody>
      </p:sp>
      <p:sp>
        <p:nvSpPr>
          <p:cNvPr id="650" name="Google Shape;650;g3a7d5aab183_0_15"/>
          <p:cNvSpPr txBox="1"/>
          <p:nvPr/>
        </p:nvSpPr>
        <p:spPr>
          <a:xfrm>
            <a:off x="587375" y="1716500"/>
            <a:ext cx="8450100" cy="4670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000">
                <a:solidFill>
                  <a:srgbClr val="9CDCFE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OneOf</a:t>
            </a:r>
            <a:r>
              <a:rPr lang="ru-RU" sz="2000">
                <a:solidFill>
                  <a:srgbClr val="D4D4D4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&lt;</a:t>
            </a:r>
            <a:r>
              <a:rPr lang="ru-RU" sz="2000">
                <a:solidFill>
                  <a:srgbClr val="569CD6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int</a:t>
            </a:r>
            <a:r>
              <a:rPr lang="ru-RU" sz="2000">
                <a:solidFill>
                  <a:srgbClr val="D4D4D4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lang="ru-RU" sz="2000">
                <a:solidFill>
                  <a:srgbClr val="569CD6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string</a:t>
            </a:r>
            <a:r>
              <a:rPr lang="ru-RU" sz="2000">
                <a:solidFill>
                  <a:srgbClr val="D4D4D4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&gt; </a:t>
            </a:r>
            <a:r>
              <a:rPr lang="ru-RU" sz="2000">
                <a:solidFill>
                  <a:srgbClr val="DCDCAA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ParseNumber</a:t>
            </a:r>
            <a:r>
              <a:rPr lang="ru-RU" sz="2000">
                <a:solidFill>
                  <a:srgbClr val="D4D4D4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ru-RU" sz="2000">
                <a:solidFill>
                  <a:srgbClr val="569CD6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string</a:t>
            </a:r>
            <a:r>
              <a:rPr lang="ru-RU" sz="2000">
                <a:solidFill>
                  <a:srgbClr val="D4D4D4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ru-RU" sz="2000">
                <a:solidFill>
                  <a:srgbClr val="9CDCFE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input</a:t>
            </a:r>
            <a:r>
              <a:rPr lang="ru-RU" sz="2000">
                <a:solidFill>
                  <a:srgbClr val="D4D4D4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)</a:t>
            </a:r>
            <a:endParaRPr sz="2000">
              <a:solidFill>
                <a:srgbClr val="D4D4D4"/>
              </a:solidFill>
              <a:highlight>
                <a:srgbClr val="1E1E1E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000">
                <a:solidFill>
                  <a:srgbClr val="D4D4D4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{</a:t>
            </a:r>
            <a:endParaRPr sz="2000">
              <a:solidFill>
                <a:srgbClr val="D4D4D4"/>
              </a:solidFill>
              <a:highlight>
                <a:srgbClr val="1E1E1E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000">
                <a:solidFill>
                  <a:srgbClr val="D4D4D4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ru-RU" sz="2000">
                <a:solidFill>
                  <a:srgbClr val="C586C0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return</a:t>
            </a:r>
            <a:r>
              <a:rPr lang="ru-RU" sz="2000">
                <a:solidFill>
                  <a:srgbClr val="D4D4D4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ru-RU" sz="2000">
                <a:solidFill>
                  <a:srgbClr val="569CD6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int</a:t>
            </a:r>
            <a:r>
              <a:rPr lang="ru-RU" sz="2000">
                <a:solidFill>
                  <a:srgbClr val="D4D4D4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ru-RU" sz="2000">
                <a:solidFill>
                  <a:srgbClr val="9CDCFE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TryParse</a:t>
            </a:r>
            <a:r>
              <a:rPr lang="ru-RU" sz="2000">
                <a:solidFill>
                  <a:srgbClr val="D4D4D4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ru-RU" sz="2000">
                <a:solidFill>
                  <a:srgbClr val="9CDCFE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input</a:t>
            </a:r>
            <a:r>
              <a:rPr lang="ru-RU" sz="2000">
                <a:solidFill>
                  <a:srgbClr val="D4D4D4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lang="ru-RU" sz="2000">
                <a:solidFill>
                  <a:srgbClr val="569CD6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out</a:t>
            </a:r>
            <a:r>
              <a:rPr lang="ru-RU" sz="2000">
                <a:solidFill>
                  <a:srgbClr val="D4D4D4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ru-RU" sz="2000">
                <a:solidFill>
                  <a:srgbClr val="569CD6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var</a:t>
            </a:r>
            <a:r>
              <a:rPr lang="ru-RU" sz="2000">
                <a:solidFill>
                  <a:srgbClr val="D4D4D4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ru-RU" sz="2000">
                <a:solidFill>
                  <a:srgbClr val="9CDCFE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number</a:t>
            </a:r>
            <a:r>
              <a:rPr lang="ru-RU" sz="2000">
                <a:solidFill>
                  <a:srgbClr val="D4D4D4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)</a:t>
            </a:r>
            <a:endParaRPr sz="2000">
              <a:solidFill>
                <a:srgbClr val="D4D4D4"/>
              </a:solidFill>
              <a:highlight>
                <a:srgbClr val="1E1E1E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000">
                <a:solidFill>
                  <a:srgbClr val="D4D4D4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        ? </a:t>
            </a:r>
            <a:r>
              <a:rPr lang="ru-RU" sz="2000">
                <a:solidFill>
                  <a:srgbClr val="569CD6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new</a:t>
            </a:r>
            <a:r>
              <a:rPr lang="ru-RU" sz="2000">
                <a:solidFill>
                  <a:srgbClr val="D4D4D4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ru-RU" sz="2000">
                <a:solidFill>
                  <a:srgbClr val="9CDCFE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OneOf</a:t>
            </a:r>
            <a:r>
              <a:rPr lang="ru-RU" sz="2000">
                <a:solidFill>
                  <a:srgbClr val="D4D4D4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&lt;</a:t>
            </a:r>
            <a:r>
              <a:rPr lang="ru-RU" sz="2000">
                <a:solidFill>
                  <a:srgbClr val="569CD6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int</a:t>
            </a:r>
            <a:r>
              <a:rPr lang="ru-RU" sz="2000">
                <a:solidFill>
                  <a:srgbClr val="D4D4D4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lang="ru-RU" sz="2000">
                <a:solidFill>
                  <a:srgbClr val="569CD6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string</a:t>
            </a:r>
            <a:r>
              <a:rPr lang="ru-RU" sz="2000">
                <a:solidFill>
                  <a:srgbClr val="D4D4D4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&gt;(</a:t>
            </a:r>
            <a:r>
              <a:rPr lang="ru-RU" sz="2000">
                <a:solidFill>
                  <a:srgbClr val="9CDCFE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number</a:t>
            </a:r>
            <a:r>
              <a:rPr lang="ru-RU" sz="2000">
                <a:solidFill>
                  <a:srgbClr val="D4D4D4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)</a:t>
            </a:r>
            <a:endParaRPr sz="2000">
              <a:solidFill>
                <a:srgbClr val="D4D4D4"/>
              </a:solidFill>
              <a:highlight>
                <a:srgbClr val="1E1E1E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000">
                <a:solidFill>
                  <a:srgbClr val="D4D4D4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        : </a:t>
            </a:r>
            <a:r>
              <a:rPr lang="ru-RU" sz="2000">
                <a:solidFill>
                  <a:srgbClr val="569CD6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new</a:t>
            </a:r>
            <a:r>
              <a:rPr lang="ru-RU" sz="2000">
                <a:solidFill>
                  <a:srgbClr val="D4D4D4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ru-RU" sz="2000">
                <a:solidFill>
                  <a:srgbClr val="9CDCFE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OneOf</a:t>
            </a:r>
            <a:r>
              <a:rPr lang="ru-RU" sz="2000">
                <a:solidFill>
                  <a:srgbClr val="D4D4D4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&lt;</a:t>
            </a:r>
            <a:r>
              <a:rPr lang="ru-RU" sz="2000">
                <a:solidFill>
                  <a:srgbClr val="569CD6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int</a:t>
            </a:r>
            <a:r>
              <a:rPr lang="ru-RU" sz="2000">
                <a:solidFill>
                  <a:srgbClr val="D4D4D4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lang="ru-RU" sz="2000">
                <a:solidFill>
                  <a:srgbClr val="569CD6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string</a:t>
            </a:r>
            <a:r>
              <a:rPr lang="ru-RU" sz="2000">
                <a:solidFill>
                  <a:srgbClr val="D4D4D4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&gt;(</a:t>
            </a:r>
            <a:r>
              <a:rPr lang="ru-RU" sz="2000">
                <a:solidFill>
                  <a:srgbClr val="CE9178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"Ошибка: не число"</a:t>
            </a:r>
            <a:r>
              <a:rPr lang="ru-RU" sz="2000">
                <a:solidFill>
                  <a:srgbClr val="D4D4D4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);</a:t>
            </a:r>
            <a:endParaRPr sz="2000">
              <a:solidFill>
                <a:srgbClr val="D4D4D4"/>
              </a:solidFill>
              <a:highlight>
                <a:srgbClr val="1E1E1E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Arial"/>
              <a:buNone/>
            </a:pPr>
            <a:r>
              <a:rPr lang="ru-RU" sz="2000">
                <a:solidFill>
                  <a:srgbClr val="D4D4D4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}</a:t>
            </a:r>
            <a:endParaRPr sz="2000">
              <a:solidFill>
                <a:srgbClr val="4EC9B0"/>
              </a:solidFill>
              <a:highlight>
                <a:srgbClr val="1E1E1E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Arial"/>
              <a:buNone/>
            </a:pPr>
            <a:r>
              <a:rPr lang="ru-RU" sz="2000">
                <a:solidFill>
                  <a:srgbClr val="569CD6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var</a:t>
            </a:r>
            <a:r>
              <a:rPr lang="ru-RU" sz="2000">
                <a:solidFill>
                  <a:srgbClr val="D4D4D4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ru-RU" sz="2000">
                <a:solidFill>
                  <a:srgbClr val="9CDCFE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result</a:t>
            </a:r>
            <a:r>
              <a:rPr lang="ru-RU" sz="2000">
                <a:solidFill>
                  <a:srgbClr val="D4D4D4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 = </a:t>
            </a:r>
            <a:r>
              <a:rPr lang="ru-RU" sz="2000">
                <a:solidFill>
                  <a:srgbClr val="DCDCAA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ParseNumber</a:t>
            </a:r>
            <a:r>
              <a:rPr lang="ru-RU" sz="2000">
                <a:solidFill>
                  <a:srgbClr val="D4D4D4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ru-RU" sz="2000">
                <a:solidFill>
                  <a:srgbClr val="CE9178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"123"</a:t>
            </a:r>
            <a:r>
              <a:rPr lang="ru-RU" sz="2000">
                <a:solidFill>
                  <a:srgbClr val="D4D4D4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);</a:t>
            </a:r>
            <a:endParaRPr sz="2000">
              <a:solidFill>
                <a:srgbClr val="D4D4D4"/>
              </a:solidFill>
              <a:highlight>
                <a:srgbClr val="1E1E1E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Arial"/>
              <a:buNone/>
            </a:pPr>
            <a:r>
              <a:rPr lang="ru-RU" sz="2000">
                <a:solidFill>
                  <a:srgbClr val="569CD6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string</a:t>
            </a:r>
            <a:r>
              <a:rPr lang="ru-RU" sz="2000">
                <a:solidFill>
                  <a:srgbClr val="D4D4D4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ru-RU" sz="2000">
                <a:solidFill>
                  <a:srgbClr val="9CDCFE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message</a:t>
            </a:r>
            <a:r>
              <a:rPr lang="ru-RU" sz="2000">
                <a:solidFill>
                  <a:srgbClr val="D4D4D4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 = </a:t>
            </a:r>
            <a:r>
              <a:rPr lang="ru-RU" sz="2000">
                <a:solidFill>
                  <a:srgbClr val="9CDCFE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result</a:t>
            </a:r>
            <a:r>
              <a:rPr lang="ru-RU" sz="2000">
                <a:solidFill>
                  <a:srgbClr val="D4D4D4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ru-RU" sz="2000">
                <a:solidFill>
                  <a:srgbClr val="DCDCAA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Match</a:t>
            </a:r>
            <a:r>
              <a:rPr lang="ru-RU" sz="2000">
                <a:solidFill>
                  <a:srgbClr val="D4D4D4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endParaRPr sz="2000">
              <a:solidFill>
                <a:srgbClr val="D4D4D4"/>
              </a:solidFill>
              <a:highlight>
                <a:srgbClr val="1E1E1E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Arial"/>
              <a:buNone/>
            </a:pPr>
            <a:r>
              <a:rPr lang="ru-RU" sz="2000">
                <a:solidFill>
                  <a:srgbClr val="D4D4D4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ru-RU" sz="2000">
                <a:solidFill>
                  <a:srgbClr val="9CDCFE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num</a:t>
            </a:r>
            <a:r>
              <a:rPr lang="ru-RU" sz="2000">
                <a:solidFill>
                  <a:srgbClr val="D4D4D4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 =&gt; </a:t>
            </a:r>
            <a:r>
              <a:rPr lang="ru-RU" sz="2000">
                <a:solidFill>
                  <a:srgbClr val="CE9178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$"Успех! Число = </a:t>
            </a:r>
            <a:r>
              <a:rPr lang="ru-RU" sz="2000">
                <a:solidFill>
                  <a:srgbClr val="D4D4D4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{</a:t>
            </a:r>
            <a:r>
              <a:rPr lang="ru-RU" sz="2000">
                <a:solidFill>
                  <a:srgbClr val="9CDCFE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num</a:t>
            </a:r>
            <a:r>
              <a:rPr lang="ru-RU" sz="2000">
                <a:solidFill>
                  <a:srgbClr val="D4D4D4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}</a:t>
            </a:r>
            <a:r>
              <a:rPr lang="ru-RU" sz="2000">
                <a:solidFill>
                  <a:srgbClr val="CE9178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"</a:t>
            </a:r>
            <a:r>
              <a:rPr lang="ru-RU" sz="2000">
                <a:solidFill>
                  <a:srgbClr val="D4D4D4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,</a:t>
            </a:r>
            <a:endParaRPr sz="2000">
              <a:solidFill>
                <a:srgbClr val="D4D4D4"/>
              </a:solidFill>
              <a:highlight>
                <a:srgbClr val="1E1E1E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Arial"/>
              <a:buNone/>
            </a:pPr>
            <a:r>
              <a:rPr lang="ru-RU" sz="2000">
                <a:solidFill>
                  <a:srgbClr val="D4D4D4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ru-RU" sz="2000">
                <a:solidFill>
                  <a:srgbClr val="9CDCFE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err</a:t>
            </a:r>
            <a:r>
              <a:rPr lang="ru-RU" sz="2000">
                <a:solidFill>
                  <a:srgbClr val="D4D4D4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 =&gt; </a:t>
            </a:r>
            <a:r>
              <a:rPr lang="ru-RU" sz="2000">
                <a:solidFill>
                  <a:srgbClr val="9CDCFE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err</a:t>
            </a:r>
            <a:endParaRPr sz="2000">
              <a:solidFill>
                <a:srgbClr val="9CDCFE"/>
              </a:solidFill>
              <a:highlight>
                <a:srgbClr val="1E1E1E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000">
                <a:solidFill>
                  <a:srgbClr val="D4D4D4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);</a:t>
            </a:r>
            <a:endParaRPr sz="2000">
              <a:solidFill>
                <a:srgbClr val="4EC9B0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</p:txBody>
      </p:sp>
      <p:pic>
        <p:nvPicPr>
          <p:cNvPr id="651" name="Google Shape;651;g3a7d5aab183_0_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405531" y="584205"/>
            <a:ext cx="1199100" cy="11991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55" name="Shape 6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6" name="Google Shape;656;g3a7d5aab183_0_35"/>
          <p:cNvSpPr txBox="1"/>
          <p:nvPr/>
        </p:nvSpPr>
        <p:spPr>
          <a:xfrm>
            <a:off x="514400" y="584200"/>
            <a:ext cx="10925400" cy="5725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800">
                <a:solidFill>
                  <a:srgbClr val="569CD6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public</a:t>
            </a:r>
            <a:r>
              <a:rPr lang="ru-RU" sz="1800">
                <a:solidFill>
                  <a:srgbClr val="D4D4D4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ru-RU" sz="1800">
                <a:solidFill>
                  <a:srgbClr val="569CD6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class</a:t>
            </a:r>
            <a:r>
              <a:rPr lang="ru-RU" sz="1800">
                <a:solidFill>
                  <a:srgbClr val="D4D4D4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ru-RU" sz="1800">
                <a:solidFill>
                  <a:srgbClr val="4EC9B0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OneOf</a:t>
            </a:r>
            <a:r>
              <a:rPr lang="ru-RU" sz="1800">
                <a:solidFill>
                  <a:srgbClr val="D4D4D4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&lt;</a:t>
            </a:r>
            <a:r>
              <a:rPr lang="ru-RU" sz="1800">
                <a:solidFill>
                  <a:srgbClr val="B8D7A3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T1</a:t>
            </a:r>
            <a:r>
              <a:rPr lang="ru-RU" sz="1800">
                <a:solidFill>
                  <a:srgbClr val="D4D4D4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lang="ru-RU" sz="1800">
                <a:solidFill>
                  <a:srgbClr val="B8D7A3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T2</a:t>
            </a:r>
            <a:r>
              <a:rPr lang="ru-RU" sz="1800">
                <a:solidFill>
                  <a:srgbClr val="D4D4D4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&gt;</a:t>
            </a:r>
            <a:endParaRPr sz="1800">
              <a:solidFill>
                <a:srgbClr val="D4D4D4"/>
              </a:solidFill>
              <a:highlight>
                <a:srgbClr val="1E1E1E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800">
                <a:solidFill>
                  <a:srgbClr val="D4D4D4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{</a:t>
            </a:r>
            <a:endParaRPr sz="1800">
              <a:solidFill>
                <a:srgbClr val="D4D4D4"/>
              </a:solidFill>
              <a:highlight>
                <a:srgbClr val="1E1E1E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800">
                <a:solidFill>
                  <a:srgbClr val="D4D4D4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ru-RU" sz="1800">
                <a:solidFill>
                  <a:srgbClr val="569CD6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private</a:t>
            </a:r>
            <a:r>
              <a:rPr lang="ru-RU" sz="1800">
                <a:solidFill>
                  <a:srgbClr val="D4D4D4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ru-RU" sz="1800">
                <a:solidFill>
                  <a:srgbClr val="569CD6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readonly</a:t>
            </a:r>
            <a:r>
              <a:rPr lang="ru-RU" sz="1800">
                <a:solidFill>
                  <a:srgbClr val="D4D4D4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ru-RU" sz="1800">
                <a:solidFill>
                  <a:srgbClr val="B8D7A3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T1</a:t>
            </a:r>
            <a:r>
              <a:rPr lang="ru-RU" sz="1800">
                <a:solidFill>
                  <a:srgbClr val="D4D4D4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 _value1;</a:t>
            </a:r>
            <a:endParaRPr sz="1800">
              <a:solidFill>
                <a:srgbClr val="D4D4D4"/>
              </a:solidFill>
              <a:highlight>
                <a:srgbClr val="1E1E1E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800">
                <a:solidFill>
                  <a:srgbClr val="D4D4D4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ru-RU" sz="1800">
                <a:solidFill>
                  <a:srgbClr val="569CD6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private</a:t>
            </a:r>
            <a:r>
              <a:rPr lang="ru-RU" sz="1800">
                <a:solidFill>
                  <a:srgbClr val="D4D4D4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ru-RU" sz="1800">
                <a:solidFill>
                  <a:srgbClr val="569CD6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readonly</a:t>
            </a:r>
            <a:r>
              <a:rPr lang="ru-RU" sz="1800">
                <a:solidFill>
                  <a:srgbClr val="D4D4D4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ru-RU" sz="1800">
                <a:solidFill>
                  <a:srgbClr val="B8D7A3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T2</a:t>
            </a:r>
            <a:r>
              <a:rPr lang="ru-RU" sz="1800">
                <a:solidFill>
                  <a:srgbClr val="D4D4D4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 _value2;</a:t>
            </a:r>
            <a:endParaRPr sz="1800">
              <a:solidFill>
                <a:srgbClr val="D4D4D4"/>
              </a:solidFill>
              <a:highlight>
                <a:srgbClr val="1E1E1E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800">
                <a:solidFill>
                  <a:srgbClr val="D4D4D4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ru-RU" sz="1800">
                <a:solidFill>
                  <a:srgbClr val="569CD6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private</a:t>
            </a:r>
            <a:r>
              <a:rPr lang="ru-RU" sz="1800">
                <a:solidFill>
                  <a:srgbClr val="D4D4D4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ru-RU" sz="1800">
                <a:solidFill>
                  <a:srgbClr val="569CD6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readonly</a:t>
            </a:r>
            <a:r>
              <a:rPr lang="ru-RU" sz="1800">
                <a:solidFill>
                  <a:srgbClr val="D4D4D4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ru-RU" sz="1800">
                <a:solidFill>
                  <a:srgbClr val="569CD6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int</a:t>
            </a:r>
            <a:r>
              <a:rPr lang="ru-RU" sz="1800">
                <a:solidFill>
                  <a:srgbClr val="D4D4D4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 _index;</a:t>
            </a:r>
            <a:endParaRPr sz="1800">
              <a:solidFill>
                <a:srgbClr val="D4D4D4"/>
              </a:solidFill>
              <a:highlight>
                <a:srgbClr val="1E1E1E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800">
                <a:solidFill>
                  <a:srgbClr val="D4D4D4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ru-RU" sz="1800">
                <a:solidFill>
                  <a:srgbClr val="569CD6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public</a:t>
            </a:r>
            <a:r>
              <a:rPr lang="ru-RU" sz="1800">
                <a:solidFill>
                  <a:srgbClr val="D4D4D4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ru-RU" sz="1800">
                <a:solidFill>
                  <a:srgbClr val="4EC9B0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OneOf</a:t>
            </a:r>
            <a:r>
              <a:rPr lang="ru-RU" sz="1800">
                <a:solidFill>
                  <a:srgbClr val="D4D4D4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ru-RU" sz="1800">
                <a:solidFill>
                  <a:srgbClr val="B8D7A3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T1</a:t>
            </a:r>
            <a:r>
              <a:rPr lang="ru-RU" sz="1800">
                <a:solidFill>
                  <a:srgbClr val="D4D4D4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ru-RU" sz="1800">
                <a:solidFill>
                  <a:srgbClr val="9CDCFE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value</a:t>
            </a:r>
            <a:r>
              <a:rPr lang="ru-RU" sz="1800">
                <a:solidFill>
                  <a:srgbClr val="D4D4D4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) { _value1 = </a:t>
            </a:r>
            <a:r>
              <a:rPr lang="ru-RU" sz="1800">
                <a:solidFill>
                  <a:srgbClr val="9CDCFE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value</a:t>
            </a:r>
            <a:r>
              <a:rPr lang="ru-RU" sz="1800">
                <a:solidFill>
                  <a:srgbClr val="D4D4D4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; _index = </a:t>
            </a:r>
            <a:r>
              <a:rPr lang="ru-RU" sz="1800">
                <a:solidFill>
                  <a:srgbClr val="B5CEA8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1</a:t>
            </a:r>
            <a:r>
              <a:rPr lang="ru-RU" sz="1800">
                <a:solidFill>
                  <a:srgbClr val="D4D4D4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; }</a:t>
            </a:r>
            <a:endParaRPr sz="1800">
              <a:solidFill>
                <a:srgbClr val="D4D4D4"/>
              </a:solidFill>
              <a:highlight>
                <a:srgbClr val="1E1E1E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800">
                <a:solidFill>
                  <a:srgbClr val="D4D4D4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ru-RU" sz="1800">
                <a:solidFill>
                  <a:srgbClr val="569CD6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public</a:t>
            </a:r>
            <a:r>
              <a:rPr lang="ru-RU" sz="1800">
                <a:solidFill>
                  <a:srgbClr val="D4D4D4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ru-RU" sz="1800">
                <a:solidFill>
                  <a:srgbClr val="4EC9B0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OneOf</a:t>
            </a:r>
            <a:r>
              <a:rPr lang="ru-RU" sz="1800">
                <a:solidFill>
                  <a:srgbClr val="D4D4D4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ru-RU" sz="1800">
                <a:solidFill>
                  <a:srgbClr val="B8D7A3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T2</a:t>
            </a:r>
            <a:r>
              <a:rPr lang="ru-RU" sz="1800">
                <a:solidFill>
                  <a:srgbClr val="D4D4D4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ru-RU" sz="1800">
                <a:solidFill>
                  <a:srgbClr val="9CDCFE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value</a:t>
            </a:r>
            <a:r>
              <a:rPr lang="ru-RU" sz="1800">
                <a:solidFill>
                  <a:srgbClr val="D4D4D4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) { _value2 = </a:t>
            </a:r>
            <a:r>
              <a:rPr lang="ru-RU" sz="1800">
                <a:solidFill>
                  <a:srgbClr val="9CDCFE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value</a:t>
            </a:r>
            <a:r>
              <a:rPr lang="ru-RU" sz="1800">
                <a:solidFill>
                  <a:srgbClr val="D4D4D4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; _index = </a:t>
            </a:r>
            <a:r>
              <a:rPr lang="ru-RU" sz="1800">
                <a:solidFill>
                  <a:srgbClr val="B5CEA8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2</a:t>
            </a:r>
            <a:r>
              <a:rPr lang="ru-RU" sz="1800">
                <a:solidFill>
                  <a:srgbClr val="D4D4D4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; }</a:t>
            </a:r>
            <a:endParaRPr sz="1800">
              <a:solidFill>
                <a:srgbClr val="D4D4D4"/>
              </a:solidFill>
              <a:highlight>
                <a:srgbClr val="1E1E1E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800">
                <a:solidFill>
                  <a:srgbClr val="D4D4D4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ru-RU" sz="1800">
                <a:solidFill>
                  <a:srgbClr val="569CD6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public</a:t>
            </a:r>
            <a:r>
              <a:rPr lang="ru-RU" sz="1800">
                <a:solidFill>
                  <a:srgbClr val="D4D4D4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ru-RU" sz="1800">
                <a:solidFill>
                  <a:srgbClr val="B8D7A3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TResult</a:t>
            </a:r>
            <a:r>
              <a:rPr lang="ru-RU" sz="1800">
                <a:solidFill>
                  <a:srgbClr val="D4D4D4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ru-RU" sz="1800">
                <a:solidFill>
                  <a:srgbClr val="DCDCAA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Match</a:t>
            </a:r>
            <a:r>
              <a:rPr lang="ru-RU" sz="1800">
                <a:solidFill>
                  <a:srgbClr val="D4D4D4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&lt;</a:t>
            </a:r>
            <a:r>
              <a:rPr lang="ru-RU" sz="1800">
                <a:solidFill>
                  <a:srgbClr val="B8D7A3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TResult</a:t>
            </a:r>
            <a:r>
              <a:rPr lang="ru-RU" sz="1800">
                <a:solidFill>
                  <a:srgbClr val="D4D4D4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&gt;(</a:t>
            </a:r>
            <a:r>
              <a:rPr lang="ru-RU" sz="1800">
                <a:solidFill>
                  <a:srgbClr val="9CDCFE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Func</a:t>
            </a:r>
            <a:r>
              <a:rPr lang="ru-RU" sz="1800">
                <a:solidFill>
                  <a:srgbClr val="D4D4D4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&lt;</a:t>
            </a:r>
            <a:r>
              <a:rPr lang="ru-RU" sz="1800">
                <a:solidFill>
                  <a:srgbClr val="B8D7A3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T1</a:t>
            </a:r>
            <a:r>
              <a:rPr lang="ru-RU" sz="1800">
                <a:solidFill>
                  <a:srgbClr val="D4D4D4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lang="ru-RU" sz="1800">
                <a:solidFill>
                  <a:srgbClr val="B8D7A3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TResult</a:t>
            </a:r>
            <a:r>
              <a:rPr lang="ru-RU" sz="1800">
                <a:solidFill>
                  <a:srgbClr val="D4D4D4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&gt; </a:t>
            </a:r>
            <a:r>
              <a:rPr lang="ru-RU" sz="1800">
                <a:solidFill>
                  <a:srgbClr val="9CDCFE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f1</a:t>
            </a:r>
            <a:r>
              <a:rPr lang="ru-RU" sz="1800">
                <a:solidFill>
                  <a:srgbClr val="D4D4D4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lang="ru-RU" sz="1800">
                <a:solidFill>
                  <a:srgbClr val="9CDCFE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Func</a:t>
            </a:r>
            <a:r>
              <a:rPr lang="ru-RU" sz="1800">
                <a:solidFill>
                  <a:srgbClr val="D4D4D4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&lt;</a:t>
            </a:r>
            <a:r>
              <a:rPr lang="ru-RU" sz="1800">
                <a:solidFill>
                  <a:srgbClr val="B8D7A3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T2</a:t>
            </a:r>
            <a:r>
              <a:rPr lang="ru-RU" sz="1800">
                <a:solidFill>
                  <a:srgbClr val="D4D4D4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lang="ru-RU" sz="1800">
                <a:solidFill>
                  <a:srgbClr val="B8D7A3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TResult</a:t>
            </a:r>
            <a:r>
              <a:rPr lang="ru-RU" sz="1800">
                <a:solidFill>
                  <a:srgbClr val="D4D4D4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&gt; </a:t>
            </a:r>
            <a:r>
              <a:rPr lang="ru-RU" sz="1800">
                <a:solidFill>
                  <a:srgbClr val="9CDCFE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f2</a:t>
            </a:r>
            <a:r>
              <a:rPr lang="ru-RU" sz="1800">
                <a:solidFill>
                  <a:srgbClr val="D4D4D4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)</a:t>
            </a:r>
            <a:endParaRPr sz="1800">
              <a:solidFill>
                <a:srgbClr val="D4D4D4"/>
              </a:solidFill>
              <a:highlight>
                <a:srgbClr val="1E1E1E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800">
                <a:solidFill>
                  <a:srgbClr val="D4D4D4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        =&gt; _index </a:t>
            </a:r>
            <a:r>
              <a:rPr lang="ru-RU" sz="1800">
                <a:solidFill>
                  <a:srgbClr val="C586C0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switch</a:t>
            </a:r>
            <a:endParaRPr sz="1800">
              <a:solidFill>
                <a:srgbClr val="C586C0"/>
              </a:solidFill>
              <a:highlight>
                <a:srgbClr val="1E1E1E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800">
                <a:solidFill>
                  <a:srgbClr val="D4D4D4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        {</a:t>
            </a:r>
            <a:endParaRPr sz="1800">
              <a:solidFill>
                <a:srgbClr val="D4D4D4"/>
              </a:solidFill>
              <a:highlight>
                <a:srgbClr val="1E1E1E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800">
                <a:solidFill>
                  <a:srgbClr val="D4D4D4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            </a:t>
            </a:r>
            <a:r>
              <a:rPr lang="ru-RU" sz="1800">
                <a:solidFill>
                  <a:srgbClr val="B5CEA8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1</a:t>
            </a:r>
            <a:r>
              <a:rPr lang="ru-RU" sz="1800">
                <a:solidFill>
                  <a:srgbClr val="D4D4D4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 =&gt; </a:t>
            </a:r>
            <a:r>
              <a:rPr lang="ru-RU" sz="1800">
                <a:solidFill>
                  <a:srgbClr val="9CDCFE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f1</a:t>
            </a:r>
            <a:r>
              <a:rPr lang="ru-RU" sz="1800">
                <a:solidFill>
                  <a:srgbClr val="D4D4D4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(_value1),</a:t>
            </a:r>
            <a:endParaRPr sz="1800">
              <a:solidFill>
                <a:srgbClr val="D4D4D4"/>
              </a:solidFill>
              <a:highlight>
                <a:srgbClr val="1E1E1E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800">
                <a:solidFill>
                  <a:srgbClr val="D4D4D4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            </a:t>
            </a:r>
            <a:r>
              <a:rPr lang="ru-RU" sz="1800">
                <a:solidFill>
                  <a:srgbClr val="B5CEA8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2</a:t>
            </a:r>
            <a:r>
              <a:rPr lang="ru-RU" sz="1800">
                <a:solidFill>
                  <a:srgbClr val="D4D4D4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 =&gt; </a:t>
            </a:r>
            <a:r>
              <a:rPr lang="ru-RU" sz="1800">
                <a:solidFill>
                  <a:srgbClr val="9CDCFE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f2</a:t>
            </a:r>
            <a:r>
              <a:rPr lang="ru-RU" sz="1800">
                <a:solidFill>
                  <a:srgbClr val="D4D4D4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(_value2),</a:t>
            </a:r>
            <a:endParaRPr sz="1800">
              <a:solidFill>
                <a:srgbClr val="D4D4D4"/>
              </a:solidFill>
              <a:highlight>
                <a:srgbClr val="1E1E1E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800">
                <a:solidFill>
                  <a:srgbClr val="D4D4D4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            </a:t>
            </a:r>
            <a:r>
              <a:rPr lang="ru-RU" sz="1800">
                <a:solidFill>
                  <a:srgbClr val="569CD6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_</a:t>
            </a:r>
            <a:r>
              <a:rPr lang="ru-RU" sz="1800">
                <a:solidFill>
                  <a:srgbClr val="D4D4D4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 =&gt; </a:t>
            </a:r>
            <a:r>
              <a:rPr lang="ru-RU" sz="1800">
                <a:solidFill>
                  <a:srgbClr val="C586C0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throw</a:t>
            </a:r>
            <a:r>
              <a:rPr lang="ru-RU" sz="1800">
                <a:solidFill>
                  <a:srgbClr val="D4D4D4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ru-RU" sz="1800">
                <a:solidFill>
                  <a:srgbClr val="569CD6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new</a:t>
            </a:r>
            <a:r>
              <a:rPr lang="ru-RU" sz="1800">
                <a:solidFill>
                  <a:srgbClr val="D4D4D4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ru-RU" sz="1800">
                <a:solidFill>
                  <a:srgbClr val="9CDCFE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InvalidOperationException</a:t>
            </a:r>
            <a:r>
              <a:rPr lang="ru-RU" sz="1800">
                <a:solidFill>
                  <a:srgbClr val="D4D4D4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()</a:t>
            </a:r>
            <a:endParaRPr sz="1800">
              <a:solidFill>
                <a:srgbClr val="D4D4D4"/>
              </a:solidFill>
              <a:highlight>
                <a:srgbClr val="1E1E1E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800">
                <a:solidFill>
                  <a:srgbClr val="D4D4D4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        };</a:t>
            </a:r>
            <a:endParaRPr sz="1800">
              <a:solidFill>
                <a:srgbClr val="D4D4D4"/>
              </a:solidFill>
              <a:highlight>
                <a:srgbClr val="1E1E1E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800">
                <a:solidFill>
                  <a:srgbClr val="D4D4D4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}</a:t>
            </a:r>
            <a:endParaRPr sz="1800">
              <a:solidFill>
                <a:srgbClr val="9CDCFE"/>
              </a:solidFill>
              <a:highlight>
                <a:srgbClr val="1E1E1E"/>
              </a:highlight>
              <a:latin typeface="Consolas"/>
              <a:ea typeface="Consolas"/>
              <a:cs typeface="Consolas"/>
              <a:sym typeface="Consolas"/>
            </a:endParaRPr>
          </a:p>
        </p:txBody>
      </p:sp>
      <p:pic>
        <p:nvPicPr>
          <p:cNvPr id="657" name="Google Shape;657;g3a7d5aab183_0_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405531" y="584205"/>
            <a:ext cx="1199100" cy="11991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61" name="Shape 6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2" name="Google Shape;662;g3a7d5aab183_0_0"/>
          <p:cNvSpPr txBox="1"/>
          <p:nvPr>
            <p:ph type="title"/>
          </p:nvPr>
        </p:nvSpPr>
        <p:spPr>
          <a:xfrm>
            <a:off x="587375" y="583200"/>
            <a:ext cx="10437300" cy="119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ru-RU"/>
              <a:t>OneOf</a:t>
            </a:r>
            <a:endParaRPr/>
          </a:p>
        </p:txBody>
      </p:sp>
      <p:pic>
        <p:nvPicPr>
          <p:cNvPr id="663" name="Google Shape;663;g3a7d5aab183_0_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227501" y="583201"/>
            <a:ext cx="1377125" cy="1377150"/>
          </a:xfrm>
          <a:prstGeom prst="rect">
            <a:avLst/>
          </a:prstGeom>
          <a:noFill/>
          <a:ln>
            <a:noFill/>
          </a:ln>
        </p:spPr>
      </p:pic>
      <p:pic>
        <p:nvPicPr>
          <p:cNvPr id="664" name="Google Shape;664;g3a7d5aab183_0_0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87387" y="2898218"/>
            <a:ext cx="464734" cy="464734"/>
          </a:xfrm>
          <a:prstGeom prst="rect">
            <a:avLst/>
          </a:prstGeom>
          <a:noFill/>
          <a:ln>
            <a:noFill/>
          </a:ln>
        </p:spPr>
      </p:pic>
      <p:sp>
        <p:nvSpPr>
          <p:cNvPr id="665" name="Google Shape;665;g3a7d5aab183_0_0"/>
          <p:cNvSpPr txBox="1"/>
          <p:nvPr/>
        </p:nvSpPr>
        <p:spPr>
          <a:xfrm>
            <a:off x="1203263" y="2985506"/>
            <a:ext cx="88275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ru-RU" sz="2000">
                <a:solidFill>
                  <a:srgbClr val="FEFFFE"/>
                </a:solidFill>
                <a:latin typeface="Montserrat"/>
                <a:ea typeface="Montserrat"/>
                <a:cs typeface="Montserrat"/>
                <a:sym typeface="Montserrat"/>
              </a:rPr>
              <a:t>Возвращает одно из нескольких значений</a:t>
            </a:r>
            <a:endParaRPr sz="2000">
              <a:solidFill>
                <a:srgbClr val="FEFFFE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pic>
        <p:nvPicPr>
          <p:cNvPr id="666" name="Google Shape;666;g3a7d5aab183_0_0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87387" y="3431618"/>
            <a:ext cx="464734" cy="464734"/>
          </a:xfrm>
          <a:prstGeom prst="rect">
            <a:avLst/>
          </a:prstGeom>
          <a:noFill/>
          <a:ln>
            <a:noFill/>
          </a:ln>
        </p:spPr>
      </p:pic>
      <p:sp>
        <p:nvSpPr>
          <p:cNvPr id="667" name="Google Shape;667;g3a7d5aab183_0_0"/>
          <p:cNvSpPr txBox="1"/>
          <p:nvPr/>
        </p:nvSpPr>
        <p:spPr>
          <a:xfrm>
            <a:off x="1203263" y="3518906"/>
            <a:ext cx="88275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ru-RU" sz="2000">
                <a:solidFill>
                  <a:srgbClr val="FEFFFE"/>
                </a:solidFill>
                <a:latin typeface="Montserrat"/>
                <a:ea typeface="Montserrat"/>
                <a:cs typeface="Montserrat"/>
                <a:sym typeface="Montserrat"/>
              </a:rPr>
              <a:t>Исключения заменяются явными вариантами</a:t>
            </a:r>
            <a:endParaRPr sz="2000">
              <a:solidFill>
                <a:srgbClr val="FEFFFE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pic>
        <p:nvPicPr>
          <p:cNvPr id="668" name="Google Shape;668;g3a7d5aab183_0_0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87387" y="3965018"/>
            <a:ext cx="464734" cy="464734"/>
          </a:xfrm>
          <a:prstGeom prst="rect">
            <a:avLst/>
          </a:prstGeom>
          <a:noFill/>
          <a:ln>
            <a:noFill/>
          </a:ln>
        </p:spPr>
      </p:pic>
      <p:sp>
        <p:nvSpPr>
          <p:cNvPr id="669" name="Google Shape;669;g3a7d5aab183_0_0"/>
          <p:cNvSpPr txBox="1"/>
          <p:nvPr/>
        </p:nvSpPr>
        <p:spPr>
          <a:xfrm>
            <a:off x="1203263" y="4052306"/>
            <a:ext cx="88275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ru-RU" sz="2000">
                <a:solidFill>
                  <a:srgbClr val="FEFFFE"/>
                </a:solidFill>
                <a:latin typeface="Montserrat"/>
                <a:ea typeface="Montserrat"/>
                <a:cs typeface="Montserrat"/>
                <a:sym typeface="Montserrat"/>
              </a:rPr>
              <a:t>Вызывающий код обязан обработать все случаи</a:t>
            </a:r>
            <a:endParaRPr sz="2000">
              <a:solidFill>
                <a:srgbClr val="FEFFFE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73" name="Shape 6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4" name="Google Shape;674;g3a7d5aab183_0_44"/>
          <p:cNvSpPr txBox="1"/>
          <p:nvPr>
            <p:ph type="title"/>
          </p:nvPr>
        </p:nvSpPr>
        <p:spPr>
          <a:xfrm>
            <a:off x="587375" y="583200"/>
            <a:ext cx="10437300" cy="119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ru-RU"/>
              <a:t>MayBe</a:t>
            </a:r>
            <a:endParaRPr/>
          </a:p>
        </p:txBody>
      </p:sp>
      <p:sp>
        <p:nvSpPr>
          <p:cNvPr id="675" name="Google Shape;675;g3a7d5aab183_0_44"/>
          <p:cNvSpPr txBox="1"/>
          <p:nvPr/>
        </p:nvSpPr>
        <p:spPr>
          <a:xfrm>
            <a:off x="587375" y="1670780"/>
            <a:ext cx="8450100" cy="5088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000">
                <a:solidFill>
                  <a:srgbClr val="9CDCFE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Maybe</a:t>
            </a:r>
            <a:r>
              <a:rPr lang="ru-RU" sz="2000">
                <a:solidFill>
                  <a:srgbClr val="D4D4D4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&lt;</a:t>
            </a:r>
            <a:r>
              <a:rPr lang="ru-RU" sz="2000">
                <a:solidFill>
                  <a:srgbClr val="569CD6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string</a:t>
            </a:r>
            <a:r>
              <a:rPr lang="ru-RU" sz="2000">
                <a:solidFill>
                  <a:srgbClr val="D4D4D4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&gt; </a:t>
            </a:r>
            <a:r>
              <a:rPr lang="ru-RU" sz="2000">
                <a:solidFill>
                  <a:srgbClr val="DCDCAA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GetMiddleName</a:t>
            </a:r>
            <a:r>
              <a:rPr lang="ru-RU" sz="2000">
                <a:solidFill>
                  <a:srgbClr val="D4D4D4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ru-RU" sz="2000">
                <a:solidFill>
                  <a:srgbClr val="9CDCFE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User</a:t>
            </a:r>
            <a:r>
              <a:rPr lang="ru-RU" sz="2000">
                <a:solidFill>
                  <a:srgbClr val="D4D4D4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ru-RU" sz="2000">
                <a:solidFill>
                  <a:srgbClr val="9CDCFE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user</a:t>
            </a:r>
            <a:r>
              <a:rPr lang="ru-RU" sz="2000">
                <a:solidFill>
                  <a:srgbClr val="D4D4D4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)</a:t>
            </a:r>
            <a:endParaRPr sz="2000">
              <a:solidFill>
                <a:srgbClr val="D4D4D4"/>
              </a:solidFill>
              <a:highlight>
                <a:srgbClr val="1E1E1E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000">
                <a:solidFill>
                  <a:srgbClr val="D4D4D4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{</a:t>
            </a:r>
            <a:endParaRPr sz="2000">
              <a:solidFill>
                <a:srgbClr val="D4D4D4"/>
              </a:solidFill>
              <a:highlight>
                <a:srgbClr val="1E1E1E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000">
                <a:solidFill>
                  <a:srgbClr val="D4D4D4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ru-RU" sz="2000">
                <a:solidFill>
                  <a:srgbClr val="C586C0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return</a:t>
            </a:r>
            <a:r>
              <a:rPr lang="ru-RU" sz="2000">
                <a:solidFill>
                  <a:srgbClr val="D4D4D4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ru-RU" sz="2000">
                <a:solidFill>
                  <a:srgbClr val="569CD6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string</a:t>
            </a:r>
            <a:r>
              <a:rPr lang="ru-RU" sz="2000">
                <a:solidFill>
                  <a:srgbClr val="D4D4D4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ru-RU" sz="2000">
                <a:solidFill>
                  <a:srgbClr val="9CDCFE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IsNullOrEmpty</a:t>
            </a:r>
            <a:r>
              <a:rPr lang="ru-RU" sz="2000">
                <a:solidFill>
                  <a:srgbClr val="D4D4D4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ru-RU" sz="2000">
                <a:solidFill>
                  <a:srgbClr val="9CDCFE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user</a:t>
            </a:r>
            <a:r>
              <a:rPr lang="ru-RU" sz="2000">
                <a:solidFill>
                  <a:srgbClr val="D4D4D4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ru-RU" sz="2000">
                <a:solidFill>
                  <a:srgbClr val="9CDCFE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MiddleName</a:t>
            </a:r>
            <a:r>
              <a:rPr lang="ru-RU" sz="2000">
                <a:solidFill>
                  <a:srgbClr val="D4D4D4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)</a:t>
            </a:r>
            <a:endParaRPr sz="2000">
              <a:solidFill>
                <a:srgbClr val="D4D4D4"/>
              </a:solidFill>
              <a:highlight>
                <a:srgbClr val="1E1E1E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000">
                <a:solidFill>
                  <a:srgbClr val="D4D4D4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        ? </a:t>
            </a:r>
            <a:r>
              <a:rPr lang="ru-RU" sz="2000">
                <a:solidFill>
                  <a:srgbClr val="9CDCFE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Maybe</a:t>
            </a:r>
            <a:r>
              <a:rPr lang="ru-RU" sz="2000">
                <a:solidFill>
                  <a:srgbClr val="D4D4D4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&lt;</a:t>
            </a:r>
            <a:r>
              <a:rPr lang="ru-RU" sz="2000">
                <a:solidFill>
                  <a:srgbClr val="569CD6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string</a:t>
            </a:r>
            <a:r>
              <a:rPr lang="ru-RU" sz="2000">
                <a:solidFill>
                  <a:srgbClr val="D4D4D4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&gt;.</a:t>
            </a:r>
            <a:r>
              <a:rPr lang="ru-RU" sz="2000">
                <a:solidFill>
                  <a:srgbClr val="9CDCFE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None</a:t>
            </a:r>
            <a:endParaRPr sz="2000">
              <a:solidFill>
                <a:srgbClr val="9CDCFE"/>
              </a:solidFill>
              <a:highlight>
                <a:srgbClr val="1E1E1E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000">
                <a:solidFill>
                  <a:srgbClr val="D4D4D4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        : </a:t>
            </a:r>
            <a:r>
              <a:rPr lang="ru-RU" sz="2000">
                <a:solidFill>
                  <a:srgbClr val="9CDCFE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Maybe</a:t>
            </a:r>
            <a:r>
              <a:rPr lang="ru-RU" sz="2000">
                <a:solidFill>
                  <a:srgbClr val="D4D4D4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&lt;</a:t>
            </a:r>
            <a:r>
              <a:rPr lang="ru-RU" sz="2000">
                <a:solidFill>
                  <a:srgbClr val="569CD6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string</a:t>
            </a:r>
            <a:r>
              <a:rPr lang="ru-RU" sz="2000">
                <a:solidFill>
                  <a:srgbClr val="D4D4D4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&gt;.</a:t>
            </a:r>
            <a:r>
              <a:rPr lang="ru-RU" sz="2000">
                <a:solidFill>
                  <a:srgbClr val="9CDCFE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Some</a:t>
            </a:r>
            <a:r>
              <a:rPr lang="ru-RU" sz="2000">
                <a:solidFill>
                  <a:srgbClr val="D4D4D4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ru-RU" sz="2000">
                <a:solidFill>
                  <a:srgbClr val="9CDCFE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user</a:t>
            </a:r>
            <a:r>
              <a:rPr lang="ru-RU" sz="2000">
                <a:solidFill>
                  <a:srgbClr val="D4D4D4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ru-RU" sz="2000">
                <a:solidFill>
                  <a:srgbClr val="9CDCFE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MiddleName</a:t>
            </a:r>
            <a:r>
              <a:rPr lang="ru-RU" sz="2000">
                <a:solidFill>
                  <a:srgbClr val="D4D4D4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);</a:t>
            </a:r>
            <a:endParaRPr sz="2000">
              <a:solidFill>
                <a:srgbClr val="D4D4D4"/>
              </a:solidFill>
              <a:highlight>
                <a:srgbClr val="1E1E1E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000">
                <a:solidFill>
                  <a:srgbClr val="D4D4D4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}</a:t>
            </a:r>
            <a:endParaRPr sz="2000">
              <a:solidFill>
                <a:srgbClr val="D4D4D4"/>
              </a:solidFill>
              <a:highlight>
                <a:srgbClr val="1E1E1E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rgbClr val="D4D4D4"/>
              </a:solidFill>
              <a:highlight>
                <a:srgbClr val="1E1E1E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000">
                <a:solidFill>
                  <a:srgbClr val="569CD6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var</a:t>
            </a:r>
            <a:r>
              <a:rPr lang="ru-RU" sz="2000">
                <a:solidFill>
                  <a:srgbClr val="D4D4D4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ru-RU" sz="2000">
                <a:solidFill>
                  <a:srgbClr val="9CDCFE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result</a:t>
            </a:r>
            <a:r>
              <a:rPr lang="ru-RU" sz="2000">
                <a:solidFill>
                  <a:srgbClr val="D4D4D4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 = </a:t>
            </a:r>
            <a:r>
              <a:rPr lang="ru-RU" sz="2000">
                <a:solidFill>
                  <a:srgbClr val="DCDCAA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GetMiddleName</a:t>
            </a:r>
            <a:r>
              <a:rPr lang="ru-RU" sz="2000">
                <a:solidFill>
                  <a:srgbClr val="D4D4D4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ru-RU" sz="2000">
                <a:solidFill>
                  <a:srgbClr val="569CD6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new</a:t>
            </a:r>
            <a:r>
              <a:rPr lang="ru-RU" sz="2000">
                <a:solidFill>
                  <a:srgbClr val="D4D4D4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ru-RU" sz="2000">
                <a:solidFill>
                  <a:srgbClr val="9CDCFE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User</a:t>
            </a:r>
            <a:r>
              <a:rPr lang="ru-RU" sz="2000">
                <a:solidFill>
                  <a:srgbClr val="D4D4D4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 { </a:t>
            </a:r>
            <a:r>
              <a:rPr lang="ru-RU" sz="2000">
                <a:solidFill>
                  <a:srgbClr val="9CDCFE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MiddleName</a:t>
            </a:r>
            <a:r>
              <a:rPr lang="ru-RU" sz="2000">
                <a:solidFill>
                  <a:srgbClr val="D4D4D4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 = </a:t>
            </a:r>
            <a:r>
              <a:rPr lang="ru-RU" sz="2000">
                <a:solidFill>
                  <a:srgbClr val="569CD6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null</a:t>
            </a:r>
            <a:r>
              <a:rPr lang="ru-RU" sz="2000">
                <a:solidFill>
                  <a:srgbClr val="D4D4D4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 });</a:t>
            </a:r>
            <a:endParaRPr sz="2000">
              <a:solidFill>
                <a:srgbClr val="D4D4D4"/>
              </a:solidFill>
              <a:highlight>
                <a:srgbClr val="1E1E1E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000">
                <a:solidFill>
                  <a:srgbClr val="569CD6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string</a:t>
            </a:r>
            <a:r>
              <a:rPr lang="ru-RU" sz="2000">
                <a:solidFill>
                  <a:srgbClr val="D4D4D4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ru-RU" sz="2000">
                <a:solidFill>
                  <a:srgbClr val="9CDCFE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message</a:t>
            </a:r>
            <a:r>
              <a:rPr lang="ru-RU" sz="2000">
                <a:solidFill>
                  <a:srgbClr val="D4D4D4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 = </a:t>
            </a:r>
            <a:r>
              <a:rPr lang="ru-RU" sz="2000">
                <a:solidFill>
                  <a:srgbClr val="9CDCFE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result</a:t>
            </a:r>
            <a:r>
              <a:rPr lang="ru-RU" sz="2000">
                <a:solidFill>
                  <a:srgbClr val="D4D4D4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ru-RU" sz="2000">
                <a:solidFill>
                  <a:srgbClr val="9CDCFE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Match</a:t>
            </a:r>
            <a:r>
              <a:rPr lang="ru-RU" sz="2000">
                <a:solidFill>
                  <a:srgbClr val="D4D4D4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endParaRPr sz="2000">
              <a:solidFill>
                <a:srgbClr val="D4D4D4"/>
              </a:solidFill>
              <a:highlight>
                <a:srgbClr val="1E1E1E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000">
                <a:solidFill>
                  <a:srgbClr val="D4D4D4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ru-RU" sz="2000">
                <a:solidFill>
                  <a:srgbClr val="9CDCFE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name</a:t>
            </a:r>
            <a:r>
              <a:rPr lang="ru-RU" sz="2000">
                <a:solidFill>
                  <a:srgbClr val="D4D4D4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 =&gt; </a:t>
            </a:r>
            <a:r>
              <a:rPr lang="ru-RU" sz="2000">
                <a:solidFill>
                  <a:srgbClr val="CE9178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$"Отчество: </a:t>
            </a:r>
            <a:r>
              <a:rPr lang="ru-RU" sz="2000">
                <a:solidFill>
                  <a:srgbClr val="D4D4D4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{</a:t>
            </a:r>
            <a:r>
              <a:rPr lang="ru-RU" sz="2000">
                <a:solidFill>
                  <a:srgbClr val="9CDCFE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name</a:t>
            </a:r>
            <a:r>
              <a:rPr lang="ru-RU" sz="2000">
                <a:solidFill>
                  <a:srgbClr val="D4D4D4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}</a:t>
            </a:r>
            <a:r>
              <a:rPr lang="ru-RU" sz="2000">
                <a:solidFill>
                  <a:srgbClr val="CE9178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"</a:t>
            </a:r>
            <a:r>
              <a:rPr lang="ru-RU" sz="2000">
                <a:solidFill>
                  <a:srgbClr val="D4D4D4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,</a:t>
            </a:r>
            <a:endParaRPr sz="2000">
              <a:solidFill>
                <a:srgbClr val="D4D4D4"/>
              </a:solidFill>
              <a:highlight>
                <a:srgbClr val="1E1E1E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000">
                <a:solidFill>
                  <a:srgbClr val="D4D4D4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    () =&gt; </a:t>
            </a:r>
            <a:r>
              <a:rPr lang="ru-RU" sz="2000">
                <a:solidFill>
                  <a:srgbClr val="CE9178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"Отчества нет"</a:t>
            </a:r>
            <a:endParaRPr sz="2000">
              <a:solidFill>
                <a:srgbClr val="CE9178"/>
              </a:solidFill>
              <a:highlight>
                <a:srgbClr val="1E1E1E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000">
                <a:solidFill>
                  <a:srgbClr val="D4D4D4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);</a:t>
            </a:r>
            <a:endParaRPr sz="2000">
              <a:solidFill>
                <a:srgbClr val="9CDCFE"/>
              </a:solidFill>
              <a:highlight>
                <a:srgbClr val="1E1E1E"/>
              </a:highlight>
              <a:latin typeface="Consolas"/>
              <a:ea typeface="Consolas"/>
              <a:cs typeface="Consolas"/>
              <a:sym typeface="Consolas"/>
            </a:endParaRPr>
          </a:p>
        </p:txBody>
      </p:sp>
      <p:pic>
        <p:nvPicPr>
          <p:cNvPr id="676" name="Google Shape;676;g3a7d5aab183_0_4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405531" y="584205"/>
            <a:ext cx="1199100" cy="11991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80" name="Shape 6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1" name="Google Shape;681;g3a7d5aab183_0_50"/>
          <p:cNvSpPr txBox="1"/>
          <p:nvPr/>
        </p:nvSpPr>
        <p:spPr>
          <a:xfrm>
            <a:off x="514400" y="309880"/>
            <a:ext cx="10925400" cy="6477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800">
                <a:solidFill>
                  <a:srgbClr val="569CD6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public</a:t>
            </a:r>
            <a:r>
              <a:rPr lang="ru-RU" sz="1800">
                <a:solidFill>
                  <a:srgbClr val="D4D4D4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ru-RU" sz="1800">
                <a:solidFill>
                  <a:srgbClr val="569CD6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struct</a:t>
            </a:r>
            <a:r>
              <a:rPr lang="ru-RU" sz="1800">
                <a:solidFill>
                  <a:srgbClr val="D4D4D4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ru-RU" sz="1800">
                <a:solidFill>
                  <a:srgbClr val="86C691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Maybe</a:t>
            </a:r>
            <a:r>
              <a:rPr lang="ru-RU" sz="1800">
                <a:solidFill>
                  <a:srgbClr val="D4D4D4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&lt;</a:t>
            </a:r>
            <a:r>
              <a:rPr lang="ru-RU" sz="1800">
                <a:solidFill>
                  <a:srgbClr val="B8D7A3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T</a:t>
            </a:r>
            <a:r>
              <a:rPr lang="ru-RU" sz="1800">
                <a:solidFill>
                  <a:srgbClr val="D4D4D4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&gt;</a:t>
            </a:r>
            <a:endParaRPr sz="1800">
              <a:solidFill>
                <a:srgbClr val="D4D4D4"/>
              </a:solidFill>
              <a:highlight>
                <a:srgbClr val="1E1E1E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800">
                <a:solidFill>
                  <a:srgbClr val="D4D4D4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{</a:t>
            </a:r>
            <a:endParaRPr sz="1800">
              <a:solidFill>
                <a:srgbClr val="D4D4D4"/>
              </a:solidFill>
              <a:highlight>
                <a:srgbClr val="1E1E1E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800">
                <a:solidFill>
                  <a:srgbClr val="D4D4D4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ru-RU" sz="1800">
                <a:solidFill>
                  <a:srgbClr val="569CD6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private</a:t>
            </a:r>
            <a:r>
              <a:rPr lang="ru-RU" sz="1800">
                <a:solidFill>
                  <a:srgbClr val="D4D4D4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ru-RU" sz="1800">
                <a:solidFill>
                  <a:srgbClr val="569CD6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readonly</a:t>
            </a:r>
            <a:r>
              <a:rPr lang="ru-RU" sz="1800">
                <a:solidFill>
                  <a:srgbClr val="D4D4D4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ru-RU" sz="1800">
                <a:solidFill>
                  <a:srgbClr val="B8D7A3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T</a:t>
            </a:r>
            <a:r>
              <a:rPr lang="ru-RU" sz="1800">
                <a:solidFill>
                  <a:srgbClr val="D4D4D4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 _value;</a:t>
            </a:r>
            <a:endParaRPr sz="1800">
              <a:solidFill>
                <a:srgbClr val="D4D4D4"/>
              </a:solidFill>
              <a:highlight>
                <a:srgbClr val="1E1E1E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800">
                <a:solidFill>
                  <a:srgbClr val="D4D4D4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ru-RU" sz="1800">
                <a:solidFill>
                  <a:srgbClr val="569CD6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public</a:t>
            </a:r>
            <a:r>
              <a:rPr lang="ru-RU" sz="1800">
                <a:solidFill>
                  <a:srgbClr val="D4D4D4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ru-RU" sz="1800">
                <a:solidFill>
                  <a:srgbClr val="569CD6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bool</a:t>
            </a:r>
            <a:r>
              <a:rPr lang="ru-RU" sz="1800">
                <a:solidFill>
                  <a:srgbClr val="D4D4D4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 HasValue { </a:t>
            </a:r>
            <a:r>
              <a:rPr lang="ru-RU" sz="1800">
                <a:solidFill>
                  <a:srgbClr val="569CD6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get</a:t>
            </a:r>
            <a:r>
              <a:rPr lang="ru-RU" sz="1800">
                <a:solidFill>
                  <a:srgbClr val="D4D4D4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; }</a:t>
            </a:r>
            <a:endParaRPr sz="1800">
              <a:solidFill>
                <a:srgbClr val="D4D4D4"/>
              </a:solidFill>
              <a:highlight>
                <a:srgbClr val="1E1E1E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rgbClr val="D4D4D4"/>
              </a:solidFill>
              <a:highlight>
                <a:srgbClr val="1E1E1E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800">
                <a:solidFill>
                  <a:srgbClr val="D4D4D4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ru-RU" sz="1800">
                <a:solidFill>
                  <a:srgbClr val="569CD6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private</a:t>
            </a:r>
            <a:r>
              <a:rPr lang="ru-RU" sz="1800">
                <a:solidFill>
                  <a:srgbClr val="D4D4D4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ru-RU" sz="1800">
                <a:solidFill>
                  <a:srgbClr val="86C691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Maybe</a:t>
            </a:r>
            <a:r>
              <a:rPr lang="ru-RU" sz="1800">
                <a:solidFill>
                  <a:srgbClr val="D4D4D4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ru-RU" sz="1800">
                <a:solidFill>
                  <a:srgbClr val="B8D7A3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T</a:t>
            </a:r>
            <a:r>
              <a:rPr lang="ru-RU" sz="1800">
                <a:solidFill>
                  <a:srgbClr val="D4D4D4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ru-RU" sz="1800">
                <a:solidFill>
                  <a:srgbClr val="9CDCFE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value</a:t>
            </a:r>
            <a:r>
              <a:rPr lang="ru-RU" sz="1800">
                <a:solidFill>
                  <a:srgbClr val="D4D4D4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)</a:t>
            </a:r>
            <a:endParaRPr sz="1800">
              <a:solidFill>
                <a:srgbClr val="D4D4D4"/>
              </a:solidFill>
              <a:highlight>
                <a:srgbClr val="1E1E1E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800">
                <a:solidFill>
                  <a:srgbClr val="D4D4D4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    {</a:t>
            </a:r>
            <a:endParaRPr sz="1800">
              <a:solidFill>
                <a:srgbClr val="D4D4D4"/>
              </a:solidFill>
              <a:highlight>
                <a:srgbClr val="1E1E1E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800">
                <a:solidFill>
                  <a:srgbClr val="D4D4D4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        _value = </a:t>
            </a:r>
            <a:r>
              <a:rPr lang="ru-RU" sz="1800">
                <a:solidFill>
                  <a:srgbClr val="9CDCFE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value</a:t>
            </a:r>
            <a:r>
              <a:rPr lang="ru-RU" sz="1800">
                <a:solidFill>
                  <a:srgbClr val="D4D4D4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;</a:t>
            </a:r>
            <a:endParaRPr sz="1800">
              <a:solidFill>
                <a:srgbClr val="D4D4D4"/>
              </a:solidFill>
              <a:highlight>
                <a:srgbClr val="1E1E1E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800">
                <a:solidFill>
                  <a:srgbClr val="D4D4D4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        HasValue = </a:t>
            </a:r>
            <a:r>
              <a:rPr lang="ru-RU" sz="1800">
                <a:solidFill>
                  <a:srgbClr val="569CD6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true</a:t>
            </a:r>
            <a:r>
              <a:rPr lang="ru-RU" sz="1800">
                <a:solidFill>
                  <a:srgbClr val="D4D4D4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;</a:t>
            </a:r>
            <a:endParaRPr sz="1800">
              <a:solidFill>
                <a:srgbClr val="D4D4D4"/>
              </a:solidFill>
              <a:highlight>
                <a:srgbClr val="1E1E1E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800">
                <a:solidFill>
                  <a:srgbClr val="D4D4D4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    }</a:t>
            </a:r>
            <a:endParaRPr sz="1800">
              <a:solidFill>
                <a:srgbClr val="D4D4D4"/>
              </a:solidFill>
              <a:highlight>
                <a:srgbClr val="1E1E1E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rgbClr val="D4D4D4"/>
              </a:solidFill>
              <a:highlight>
                <a:srgbClr val="1E1E1E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800">
                <a:solidFill>
                  <a:srgbClr val="D4D4D4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ru-RU" sz="1800">
                <a:solidFill>
                  <a:srgbClr val="569CD6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public</a:t>
            </a:r>
            <a:r>
              <a:rPr lang="ru-RU" sz="1800">
                <a:solidFill>
                  <a:srgbClr val="D4D4D4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ru-RU" sz="1800">
                <a:solidFill>
                  <a:srgbClr val="569CD6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static</a:t>
            </a:r>
            <a:r>
              <a:rPr lang="ru-RU" sz="1800">
                <a:solidFill>
                  <a:srgbClr val="D4D4D4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ru-RU" sz="1800">
                <a:solidFill>
                  <a:srgbClr val="86C691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Maybe</a:t>
            </a:r>
            <a:r>
              <a:rPr lang="ru-RU" sz="1800">
                <a:solidFill>
                  <a:srgbClr val="D4D4D4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&lt;</a:t>
            </a:r>
            <a:r>
              <a:rPr lang="ru-RU" sz="1800">
                <a:solidFill>
                  <a:srgbClr val="B8D7A3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T</a:t>
            </a:r>
            <a:r>
              <a:rPr lang="ru-RU" sz="1800">
                <a:solidFill>
                  <a:srgbClr val="D4D4D4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&gt; </a:t>
            </a:r>
            <a:r>
              <a:rPr lang="ru-RU" sz="1800">
                <a:solidFill>
                  <a:srgbClr val="DCDCAA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Some</a:t>
            </a:r>
            <a:r>
              <a:rPr lang="ru-RU" sz="1800">
                <a:solidFill>
                  <a:srgbClr val="D4D4D4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ru-RU" sz="1800">
                <a:solidFill>
                  <a:srgbClr val="B8D7A3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T</a:t>
            </a:r>
            <a:r>
              <a:rPr lang="ru-RU" sz="1800">
                <a:solidFill>
                  <a:srgbClr val="D4D4D4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ru-RU" sz="1800">
                <a:solidFill>
                  <a:srgbClr val="9CDCFE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value</a:t>
            </a:r>
            <a:r>
              <a:rPr lang="ru-RU" sz="1800">
                <a:solidFill>
                  <a:srgbClr val="D4D4D4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) =&gt; </a:t>
            </a:r>
            <a:r>
              <a:rPr lang="ru-RU" sz="1800">
                <a:solidFill>
                  <a:srgbClr val="569CD6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new</a:t>
            </a:r>
            <a:r>
              <a:rPr lang="ru-RU" sz="1800">
                <a:solidFill>
                  <a:srgbClr val="D4D4D4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ru-RU" sz="1800">
                <a:solidFill>
                  <a:srgbClr val="9CDCFE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value</a:t>
            </a:r>
            <a:r>
              <a:rPr lang="ru-RU" sz="1800">
                <a:solidFill>
                  <a:srgbClr val="D4D4D4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);</a:t>
            </a:r>
            <a:endParaRPr sz="1800">
              <a:solidFill>
                <a:srgbClr val="D4D4D4"/>
              </a:solidFill>
              <a:highlight>
                <a:srgbClr val="1E1E1E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800">
                <a:solidFill>
                  <a:srgbClr val="D4D4D4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ru-RU" sz="1800">
                <a:solidFill>
                  <a:srgbClr val="569CD6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public</a:t>
            </a:r>
            <a:r>
              <a:rPr lang="ru-RU" sz="1800">
                <a:solidFill>
                  <a:srgbClr val="D4D4D4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ru-RU" sz="1800">
                <a:solidFill>
                  <a:srgbClr val="569CD6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static</a:t>
            </a:r>
            <a:r>
              <a:rPr lang="ru-RU" sz="1800">
                <a:solidFill>
                  <a:srgbClr val="D4D4D4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ru-RU" sz="1800">
                <a:solidFill>
                  <a:srgbClr val="86C691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Maybe</a:t>
            </a:r>
            <a:r>
              <a:rPr lang="ru-RU" sz="1800">
                <a:solidFill>
                  <a:srgbClr val="D4D4D4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&lt;</a:t>
            </a:r>
            <a:r>
              <a:rPr lang="ru-RU" sz="1800">
                <a:solidFill>
                  <a:srgbClr val="B8D7A3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T</a:t>
            </a:r>
            <a:r>
              <a:rPr lang="ru-RU" sz="1800">
                <a:solidFill>
                  <a:srgbClr val="D4D4D4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&gt; None =&gt; </a:t>
            </a:r>
            <a:r>
              <a:rPr lang="ru-RU" sz="1800">
                <a:solidFill>
                  <a:srgbClr val="569CD6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new</a:t>
            </a:r>
            <a:r>
              <a:rPr lang="ru-RU" sz="1800">
                <a:solidFill>
                  <a:srgbClr val="D4D4D4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();</a:t>
            </a:r>
            <a:endParaRPr sz="1800">
              <a:solidFill>
                <a:srgbClr val="D4D4D4"/>
              </a:solidFill>
              <a:highlight>
                <a:srgbClr val="1E1E1E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rgbClr val="D4D4D4"/>
              </a:solidFill>
              <a:highlight>
                <a:srgbClr val="1E1E1E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800">
                <a:solidFill>
                  <a:srgbClr val="D4D4D4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ru-RU" sz="1800">
                <a:solidFill>
                  <a:srgbClr val="569CD6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public</a:t>
            </a:r>
            <a:r>
              <a:rPr lang="ru-RU" sz="1800">
                <a:solidFill>
                  <a:srgbClr val="D4D4D4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ru-RU" sz="1800">
                <a:solidFill>
                  <a:srgbClr val="B8D7A3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TResult</a:t>
            </a:r>
            <a:r>
              <a:rPr lang="ru-RU" sz="1800">
                <a:solidFill>
                  <a:srgbClr val="D4D4D4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ru-RU" sz="1800">
                <a:solidFill>
                  <a:srgbClr val="DCDCAA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Match</a:t>
            </a:r>
            <a:r>
              <a:rPr lang="ru-RU" sz="1800">
                <a:solidFill>
                  <a:srgbClr val="D4D4D4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&lt;</a:t>
            </a:r>
            <a:r>
              <a:rPr lang="ru-RU" sz="1800">
                <a:solidFill>
                  <a:srgbClr val="B8D7A3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TResult</a:t>
            </a:r>
            <a:r>
              <a:rPr lang="ru-RU" sz="1800">
                <a:solidFill>
                  <a:srgbClr val="D4D4D4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&gt;(</a:t>
            </a:r>
            <a:r>
              <a:rPr lang="ru-RU" sz="1800">
                <a:solidFill>
                  <a:srgbClr val="9CDCFE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Func</a:t>
            </a:r>
            <a:r>
              <a:rPr lang="ru-RU" sz="1800">
                <a:solidFill>
                  <a:srgbClr val="D4D4D4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&lt;</a:t>
            </a:r>
            <a:r>
              <a:rPr lang="ru-RU" sz="1800">
                <a:solidFill>
                  <a:srgbClr val="B8D7A3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T</a:t>
            </a:r>
            <a:r>
              <a:rPr lang="ru-RU" sz="1800">
                <a:solidFill>
                  <a:srgbClr val="D4D4D4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lang="ru-RU" sz="1800">
                <a:solidFill>
                  <a:srgbClr val="B8D7A3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TResult</a:t>
            </a:r>
            <a:r>
              <a:rPr lang="ru-RU" sz="1800">
                <a:solidFill>
                  <a:srgbClr val="D4D4D4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&gt; </a:t>
            </a:r>
            <a:r>
              <a:rPr lang="ru-RU" sz="1800">
                <a:solidFill>
                  <a:srgbClr val="9CDCFE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some</a:t>
            </a:r>
            <a:r>
              <a:rPr lang="ru-RU" sz="1800">
                <a:solidFill>
                  <a:srgbClr val="D4D4D4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lang="ru-RU" sz="1800">
                <a:solidFill>
                  <a:srgbClr val="9CDCFE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Func</a:t>
            </a:r>
            <a:r>
              <a:rPr lang="ru-RU" sz="1800">
                <a:solidFill>
                  <a:srgbClr val="D4D4D4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&lt;</a:t>
            </a:r>
            <a:r>
              <a:rPr lang="ru-RU" sz="1800">
                <a:solidFill>
                  <a:srgbClr val="B8D7A3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TResult</a:t>
            </a:r>
            <a:r>
              <a:rPr lang="ru-RU" sz="1800">
                <a:solidFill>
                  <a:srgbClr val="D4D4D4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&gt; </a:t>
            </a:r>
            <a:r>
              <a:rPr lang="ru-RU" sz="1800">
                <a:solidFill>
                  <a:srgbClr val="9CDCFE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none</a:t>
            </a:r>
            <a:r>
              <a:rPr lang="ru-RU" sz="1800">
                <a:solidFill>
                  <a:srgbClr val="D4D4D4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)</a:t>
            </a:r>
            <a:endParaRPr sz="1800">
              <a:solidFill>
                <a:srgbClr val="D4D4D4"/>
              </a:solidFill>
              <a:highlight>
                <a:srgbClr val="1E1E1E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800">
                <a:solidFill>
                  <a:srgbClr val="D4D4D4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        =&gt; HasValue ? </a:t>
            </a:r>
            <a:r>
              <a:rPr lang="ru-RU" sz="1800">
                <a:solidFill>
                  <a:srgbClr val="9CDCFE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some</a:t>
            </a:r>
            <a:r>
              <a:rPr lang="ru-RU" sz="1800">
                <a:solidFill>
                  <a:srgbClr val="D4D4D4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(_value) : </a:t>
            </a:r>
            <a:r>
              <a:rPr lang="ru-RU" sz="1800">
                <a:solidFill>
                  <a:srgbClr val="9CDCFE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none</a:t>
            </a:r>
            <a:r>
              <a:rPr lang="ru-RU" sz="1800">
                <a:solidFill>
                  <a:srgbClr val="D4D4D4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();</a:t>
            </a:r>
            <a:endParaRPr sz="1800">
              <a:solidFill>
                <a:srgbClr val="D4D4D4"/>
              </a:solidFill>
              <a:highlight>
                <a:srgbClr val="1E1E1E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800">
                <a:solidFill>
                  <a:srgbClr val="D4D4D4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}</a:t>
            </a:r>
            <a:endParaRPr sz="1800">
              <a:solidFill>
                <a:srgbClr val="569CD6"/>
              </a:solidFill>
              <a:highlight>
                <a:srgbClr val="1E1E1E"/>
              </a:highlight>
              <a:latin typeface="Consolas"/>
              <a:ea typeface="Consolas"/>
              <a:cs typeface="Consolas"/>
              <a:sym typeface="Consolas"/>
            </a:endParaRPr>
          </a:p>
        </p:txBody>
      </p:sp>
      <p:pic>
        <p:nvPicPr>
          <p:cNvPr id="682" name="Google Shape;682;g3a7d5aab183_0_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405531" y="584205"/>
            <a:ext cx="1199100" cy="11991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86" name="Shape 6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7" name="Google Shape;687;g3a7d5aab183_0_55"/>
          <p:cNvSpPr txBox="1"/>
          <p:nvPr>
            <p:ph type="title"/>
          </p:nvPr>
        </p:nvSpPr>
        <p:spPr>
          <a:xfrm>
            <a:off x="587375" y="583200"/>
            <a:ext cx="10437300" cy="119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ru-RU"/>
              <a:t>MayBe</a:t>
            </a:r>
            <a:endParaRPr/>
          </a:p>
        </p:txBody>
      </p:sp>
      <p:pic>
        <p:nvPicPr>
          <p:cNvPr id="688" name="Google Shape;688;g3a7d5aab183_0_5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227501" y="583201"/>
            <a:ext cx="1377125" cy="1377150"/>
          </a:xfrm>
          <a:prstGeom prst="rect">
            <a:avLst/>
          </a:prstGeom>
          <a:noFill/>
          <a:ln>
            <a:noFill/>
          </a:ln>
        </p:spPr>
      </p:pic>
      <p:pic>
        <p:nvPicPr>
          <p:cNvPr id="689" name="Google Shape;689;g3a7d5aab183_0_5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87387" y="2898218"/>
            <a:ext cx="464734" cy="464734"/>
          </a:xfrm>
          <a:prstGeom prst="rect">
            <a:avLst/>
          </a:prstGeom>
          <a:noFill/>
          <a:ln>
            <a:noFill/>
          </a:ln>
        </p:spPr>
      </p:pic>
      <p:sp>
        <p:nvSpPr>
          <p:cNvPr id="690" name="Google Shape;690;g3a7d5aab183_0_55"/>
          <p:cNvSpPr txBox="1"/>
          <p:nvPr/>
        </p:nvSpPr>
        <p:spPr>
          <a:xfrm>
            <a:off x="1203263" y="2985506"/>
            <a:ext cx="88275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ru-RU" sz="2000">
                <a:solidFill>
                  <a:srgbClr val="FEFFFE"/>
                </a:solidFill>
                <a:latin typeface="Montserrat"/>
                <a:ea typeface="Montserrat"/>
                <a:cs typeface="Montserrat"/>
                <a:sym typeface="Montserrat"/>
              </a:rPr>
              <a:t>Альтернатива </a:t>
            </a:r>
            <a:r>
              <a:rPr lang="ru-RU" sz="2000">
                <a:solidFill>
                  <a:srgbClr val="9FC5E8"/>
                </a:solidFill>
                <a:latin typeface="Montserrat"/>
                <a:ea typeface="Montserrat"/>
                <a:cs typeface="Montserrat"/>
                <a:sym typeface="Montserrat"/>
              </a:rPr>
              <a:t>null</a:t>
            </a:r>
            <a:endParaRPr sz="2000">
              <a:solidFill>
                <a:srgbClr val="9FC5E8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pic>
        <p:nvPicPr>
          <p:cNvPr id="691" name="Google Shape;691;g3a7d5aab183_0_5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87387" y="3431618"/>
            <a:ext cx="464734" cy="464734"/>
          </a:xfrm>
          <a:prstGeom prst="rect">
            <a:avLst/>
          </a:prstGeom>
          <a:noFill/>
          <a:ln>
            <a:noFill/>
          </a:ln>
        </p:spPr>
      </p:pic>
      <p:sp>
        <p:nvSpPr>
          <p:cNvPr id="692" name="Google Shape;692;g3a7d5aab183_0_55"/>
          <p:cNvSpPr txBox="1"/>
          <p:nvPr/>
        </p:nvSpPr>
        <p:spPr>
          <a:xfrm>
            <a:off x="1203263" y="3518906"/>
            <a:ext cx="88275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ru-RU" sz="2000">
                <a:solidFill>
                  <a:srgbClr val="86C691"/>
                </a:solidFill>
                <a:latin typeface="Montserrat"/>
                <a:ea typeface="Montserrat"/>
                <a:cs typeface="Montserrat"/>
                <a:sym typeface="Montserrat"/>
              </a:rPr>
              <a:t>Some(value)</a:t>
            </a:r>
            <a:r>
              <a:rPr lang="ru-RU" sz="2000">
                <a:solidFill>
                  <a:srgbClr val="FEFFFE"/>
                </a:solidFill>
                <a:latin typeface="Montserrat"/>
                <a:ea typeface="Montserrat"/>
                <a:cs typeface="Montserrat"/>
                <a:sym typeface="Montserrat"/>
              </a:rPr>
              <a:t> / </a:t>
            </a:r>
            <a:r>
              <a:rPr lang="ru-RU" sz="2000">
                <a:solidFill>
                  <a:srgbClr val="CE9178"/>
                </a:solidFill>
                <a:latin typeface="Montserrat"/>
                <a:ea typeface="Montserrat"/>
                <a:cs typeface="Montserrat"/>
                <a:sym typeface="Montserrat"/>
              </a:rPr>
              <a:t>None</a:t>
            </a:r>
            <a:endParaRPr sz="2000">
              <a:solidFill>
                <a:srgbClr val="CE9178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pic>
        <p:nvPicPr>
          <p:cNvPr id="693" name="Google Shape;693;g3a7d5aab183_0_5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87387" y="3965018"/>
            <a:ext cx="464734" cy="464734"/>
          </a:xfrm>
          <a:prstGeom prst="rect">
            <a:avLst/>
          </a:prstGeom>
          <a:noFill/>
          <a:ln>
            <a:noFill/>
          </a:ln>
        </p:spPr>
      </p:pic>
      <p:sp>
        <p:nvSpPr>
          <p:cNvPr id="694" name="Google Shape;694;g3a7d5aab183_0_55"/>
          <p:cNvSpPr txBox="1"/>
          <p:nvPr/>
        </p:nvSpPr>
        <p:spPr>
          <a:xfrm>
            <a:off x="1203263" y="4052306"/>
            <a:ext cx="88275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ru-RU" sz="2000">
                <a:solidFill>
                  <a:srgbClr val="FEFFFE"/>
                </a:solidFill>
                <a:latin typeface="Montserrat"/>
                <a:ea typeface="Montserrat"/>
                <a:cs typeface="Montserrat"/>
                <a:sym typeface="Montserrat"/>
              </a:rPr>
              <a:t>Делает отсутствие значения сразу контрактом API</a:t>
            </a:r>
            <a:endParaRPr sz="2000">
              <a:solidFill>
                <a:srgbClr val="FEFFFE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99" name="Shape 6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0" name="Google Shape;700;g3665e2fb9b3_1_0"/>
          <p:cNvSpPr txBox="1"/>
          <p:nvPr>
            <p:ph type="title"/>
          </p:nvPr>
        </p:nvSpPr>
        <p:spPr>
          <a:xfrm>
            <a:off x="594749" y="584200"/>
            <a:ext cx="5400000" cy="3013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Arial"/>
              <a:buNone/>
            </a:pPr>
            <a:r>
              <a:rPr lang="ru-RU"/>
              <a:t>Functional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Arial"/>
              <a:buNone/>
            </a:pPr>
            <a:r>
              <a:rPr lang="ru-RU"/>
              <a:t>programming</a:t>
            </a:r>
            <a:endParaRPr/>
          </a:p>
        </p:txBody>
      </p:sp>
      <p:sp>
        <p:nvSpPr>
          <p:cNvPr id="701" name="Google Shape;701;g3665e2fb9b3_1_0"/>
          <p:cNvSpPr txBox="1"/>
          <p:nvPr>
            <p:ph idx="3" type="body"/>
          </p:nvPr>
        </p:nvSpPr>
        <p:spPr>
          <a:xfrm>
            <a:off x="8183217" y="5961666"/>
            <a:ext cx="3421500" cy="291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0" spcFirstLastPara="1" rIns="0" wrap="square" tIns="45700">
            <a:noAutofit/>
          </a:bodyPr>
          <a:lstStyle/>
          <a:p>
            <a:pPr indent="0" lvl="0" marL="0" rtl="0"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</a:pPr>
            <a:r>
              <a:rPr lang="ru-RU"/>
              <a:t>kontur.ru</a:t>
            </a:r>
            <a:endParaRPr/>
          </a:p>
        </p:txBody>
      </p:sp>
      <p:sp>
        <p:nvSpPr>
          <p:cNvPr id="702" name="Google Shape;702;g3665e2fb9b3_1_0"/>
          <p:cNvSpPr txBox="1"/>
          <p:nvPr/>
        </p:nvSpPr>
        <p:spPr>
          <a:xfrm>
            <a:off x="587375" y="3276400"/>
            <a:ext cx="6727800" cy="27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Arial"/>
              <a:buNone/>
            </a:pPr>
            <a:r>
              <a:rPr lang="ru-RU" sz="1800">
                <a:solidFill>
                  <a:schemeClr val="dk1"/>
                </a:solidFill>
                <a:uFill>
                  <a:noFill/>
                </a:uFill>
                <a:latin typeface="Montserrat"/>
                <a:ea typeface="Montserrat"/>
                <a:cs typeface="Montserrat"/>
                <a:sym typeface="Montserrat"/>
                <a:hlinkClick r:id="rId3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https://github.com/kontur-courses/</a:t>
            </a:r>
            <a:r>
              <a:rPr b="1" lang="ru-RU" sz="1800">
                <a:solidFill>
                  <a:schemeClr val="dk1"/>
                </a:solidFill>
                <a:uFill>
                  <a:noFill/>
                </a:uFill>
                <a:latin typeface="Montserrat"/>
                <a:ea typeface="Montserrat"/>
                <a:cs typeface="Montserrat"/>
                <a:sym typeface="Montserrat"/>
                <a:hlinkClick r:id="rId4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exceptions</a:t>
            </a:r>
            <a:endParaRPr b="1" i="0" sz="1800" cap="none" strike="noStrike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703" name="Google Shape;703;g3665e2fb9b3_1_0"/>
          <p:cNvSpPr txBox="1"/>
          <p:nvPr/>
        </p:nvSpPr>
        <p:spPr>
          <a:xfrm>
            <a:off x="594748" y="4194658"/>
            <a:ext cx="5400000" cy="348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0" spcFirstLastPara="1" rIns="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000">
                <a:solidFill>
                  <a:srgbClr val="FEFFFE"/>
                </a:solidFill>
                <a:latin typeface="Montserrat"/>
                <a:ea typeface="Montserrat"/>
                <a:cs typeface="Montserrat"/>
                <a:sym typeface="Montserrat"/>
              </a:rPr>
              <a:t>Евгений Редько</a:t>
            </a:r>
            <a:endParaRPr sz="2000">
              <a:solidFill>
                <a:srgbClr val="FEFFFE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704" name="Google Shape;704;g3665e2fb9b3_1_0"/>
          <p:cNvSpPr txBox="1"/>
          <p:nvPr/>
        </p:nvSpPr>
        <p:spPr>
          <a:xfrm>
            <a:off x="594748" y="4598572"/>
            <a:ext cx="5400000" cy="675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0" spcFirstLastPara="1" rIns="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000">
                <a:solidFill>
                  <a:srgbClr val="FEFFFE"/>
                </a:solidFill>
                <a:latin typeface="Montserrat"/>
                <a:ea typeface="Montserrat"/>
                <a:cs typeface="Montserrat"/>
                <a:sym typeface="Montserrat"/>
              </a:rPr>
              <a:t>Ведущий</a:t>
            </a:r>
            <a:r>
              <a:rPr lang="ru-RU" sz="2000">
                <a:solidFill>
                  <a:srgbClr val="FEFFFE"/>
                </a:solidFill>
                <a:latin typeface="Montserrat"/>
                <a:ea typeface="Montserrat"/>
                <a:cs typeface="Montserrat"/>
                <a:sym typeface="Montserrat"/>
              </a:rPr>
              <a:t> инженер-программист</a:t>
            </a:r>
            <a:endParaRPr sz="2000">
              <a:solidFill>
                <a:srgbClr val="FEFFFE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pic>
        <p:nvPicPr>
          <p:cNvPr id="705" name="Google Shape;705;g3665e2fb9b3_1_0" title="6532277074.jpg"/>
          <p:cNvPicPr preferRelativeResize="0"/>
          <p:nvPr>
            <p:ph idx="4" type="pic"/>
          </p:nvPr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7644300" y="584201"/>
            <a:ext cx="3959400" cy="3959400"/>
          </a:xfrm>
          <a:prstGeom prst="roundRect">
            <a:avLst>
              <a:gd fmla="val 16667" name="adj"/>
            </a:avLst>
          </a:prstGeom>
          <a:noFill/>
        </p:spPr>
      </p:pic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="0">
  <p:cSld>
    <p:spTree>
      <p:nvGrpSpPr>
        <p:cNvPr id="709" name="Shape 7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0" name="Google Shape;710;g3665e2fb9b3_1_10"/>
          <p:cNvSpPr txBox="1"/>
          <p:nvPr>
            <p:ph type="title"/>
          </p:nvPr>
        </p:nvSpPr>
        <p:spPr>
          <a:xfrm>
            <a:off x="587375" y="583200"/>
            <a:ext cx="10437300" cy="119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ru-RU"/>
              <a:t>Функциональный стиль</a:t>
            </a:r>
            <a:endParaRPr/>
          </a:p>
        </p:txBody>
      </p:sp>
      <p:pic>
        <p:nvPicPr>
          <p:cNvPr id="711" name="Google Shape;711;g3665e2fb9b3_1_1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227501" y="583201"/>
            <a:ext cx="1377125" cy="1377150"/>
          </a:xfrm>
          <a:prstGeom prst="rect">
            <a:avLst/>
          </a:prstGeom>
          <a:noFill/>
          <a:ln>
            <a:noFill/>
          </a:ln>
        </p:spPr>
      </p:pic>
      <p:pic>
        <p:nvPicPr>
          <p:cNvPr id="712" name="Google Shape;712;g3665e2fb9b3_1_10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87387" y="2898218"/>
            <a:ext cx="464734" cy="464734"/>
          </a:xfrm>
          <a:prstGeom prst="rect">
            <a:avLst/>
          </a:prstGeom>
          <a:noFill/>
          <a:ln>
            <a:noFill/>
          </a:ln>
        </p:spPr>
      </p:pic>
      <p:sp>
        <p:nvSpPr>
          <p:cNvPr id="713" name="Google Shape;713;g3665e2fb9b3_1_10"/>
          <p:cNvSpPr txBox="1"/>
          <p:nvPr/>
        </p:nvSpPr>
        <p:spPr>
          <a:xfrm>
            <a:off x="1203263" y="2985506"/>
            <a:ext cx="88275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ru-RU" sz="2000">
                <a:solidFill>
                  <a:srgbClr val="FEFFFE"/>
                </a:solidFill>
                <a:latin typeface="Montserrat"/>
                <a:ea typeface="Montserrat"/>
                <a:cs typeface="Montserrat"/>
                <a:sym typeface="Montserrat"/>
              </a:rPr>
              <a:t>Неизменяемые </a:t>
            </a:r>
            <a:r>
              <a:rPr lang="ru-RU" sz="2000">
                <a:solidFill>
                  <a:srgbClr val="A4C2F4"/>
                </a:solidFill>
                <a:latin typeface="Montserrat"/>
                <a:ea typeface="Montserrat"/>
                <a:cs typeface="Montserrat"/>
                <a:sym typeface="Montserrat"/>
              </a:rPr>
              <a:t>Value-объекты</a:t>
            </a:r>
            <a:endParaRPr sz="2000">
              <a:solidFill>
                <a:srgbClr val="A4C2F4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pic>
        <p:nvPicPr>
          <p:cNvPr id="714" name="Google Shape;714;g3665e2fb9b3_1_10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87387" y="3431618"/>
            <a:ext cx="464734" cy="464734"/>
          </a:xfrm>
          <a:prstGeom prst="rect">
            <a:avLst/>
          </a:prstGeom>
          <a:noFill/>
          <a:ln>
            <a:noFill/>
          </a:ln>
        </p:spPr>
      </p:pic>
      <p:sp>
        <p:nvSpPr>
          <p:cNvPr id="715" name="Google Shape;715;g3665e2fb9b3_1_10"/>
          <p:cNvSpPr txBox="1"/>
          <p:nvPr/>
        </p:nvSpPr>
        <p:spPr>
          <a:xfrm>
            <a:off x="1203263" y="3518906"/>
            <a:ext cx="88275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ru-RU" sz="2000">
                <a:solidFill>
                  <a:srgbClr val="FEFFFE"/>
                </a:solidFill>
                <a:latin typeface="Montserrat"/>
                <a:ea typeface="Montserrat"/>
                <a:cs typeface="Montserrat"/>
                <a:sym typeface="Montserrat"/>
              </a:rPr>
              <a:t>Чистые функции, принимающие и возвращающие </a:t>
            </a:r>
            <a:r>
              <a:rPr lang="ru-RU" sz="2000">
                <a:solidFill>
                  <a:srgbClr val="A4C2F4"/>
                </a:solidFill>
                <a:latin typeface="Montserrat"/>
                <a:ea typeface="Montserrat"/>
                <a:cs typeface="Montserrat"/>
                <a:sym typeface="Montserrat"/>
              </a:rPr>
              <a:t>Value-объекты</a:t>
            </a:r>
            <a:endParaRPr sz="2000">
              <a:solidFill>
                <a:srgbClr val="A4C2F4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pic>
        <p:nvPicPr>
          <p:cNvPr id="716" name="Google Shape;716;g3665e2fb9b3_1_10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87387" y="3965018"/>
            <a:ext cx="464734" cy="464734"/>
          </a:xfrm>
          <a:prstGeom prst="rect">
            <a:avLst/>
          </a:prstGeom>
          <a:noFill/>
          <a:ln>
            <a:noFill/>
          </a:ln>
        </p:spPr>
      </p:pic>
      <p:sp>
        <p:nvSpPr>
          <p:cNvPr id="717" name="Google Shape;717;g3665e2fb9b3_1_10"/>
          <p:cNvSpPr txBox="1"/>
          <p:nvPr/>
        </p:nvSpPr>
        <p:spPr>
          <a:xfrm>
            <a:off x="1203263" y="4052306"/>
            <a:ext cx="88275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ru-RU" sz="2000">
                <a:solidFill>
                  <a:srgbClr val="A4C2F4"/>
                </a:solidFill>
                <a:latin typeface="Montserrat"/>
                <a:ea typeface="Montserrat"/>
                <a:cs typeface="Montserrat"/>
                <a:sym typeface="Montserrat"/>
              </a:rPr>
              <a:t>Функции Высшего Порядка</a:t>
            </a:r>
            <a:r>
              <a:rPr lang="ru-RU" sz="2000">
                <a:solidFill>
                  <a:srgbClr val="FEFFFE"/>
                </a:solidFill>
                <a:latin typeface="Montserrat"/>
                <a:ea typeface="Montserrat"/>
                <a:cs typeface="Montserrat"/>
                <a:sym typeface="Montserrat"/>
              </a:rPr>
              <a:t> вместо DI</a:t>
            </a:r>
            <a:endParaRPr sz="2000">
              <a:solidFill>
                <a:srgbClr val="FEFFFE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pic>
        <p:nvPicPr>
          <p:cNvPr id="718" name="Google Shape;718;g3665e2fb9b3_1_10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87387" y="4498418"/>
            <a:ext cx="464734" cy="464734"/>
          </a:xfrm>
          <a:prstGeom prst="rect">
            <a:avLst/>
          </a:prstGeom>
          <a:noFill/>
          <a:ln>
            <a:noFill/>
          </a:ln>
        </p:spPr>
      </p:pic>
      <p:sp>
        <p:nvSpPr>
          <p:cNvPr id="719" name="Google Shape;719;g3665e2fb9b3_1_10"/>
          <p:cNvSpPr txBox="1"/>
          <p:nvPr/>
        </p:nvSpPr>
        <p:spPr>
          <a:xfrm>
            <a:off x="1203263" y="4585706"/>
            <a:ext cx="88275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ru-RU" sz="2000">
                <a:solidFill>
                  <a:srgbClr val="FEFFFE"/>
                </a:solidFill>
                <a:latin typeface="Montserrat"/>
                <a:ea typeface="Montserrat"/>
                <a:cs typeface="Montserrat"/>
                <a:sym typeface="Montserrat"/>
              </a:rPr>
              <a:t>Побочные эффекты примешиваются к чистым ФВП</a:t>
            </a:r>
            <a:endParaRPr sz="2000">
              <a:solidFill>
                <a:srgbClr val="FEFFFE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="0">
  <p:cSld>
    <p:spTree>
      <p:nvGrpSpPr>
        <p:cNvPr id="723" name="Shape 7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4" name="Google Shape;724;g3665e2fb9b3_1_23"/>
          <p:cNvSpPr txBox="1"/>
          <p:nvPr>
            <p:ph type="title"/>
          </p:nvPr>
        </p:nvSpPr>
        <p:spPr>
          <a:xfrm>
            <a:off x="587375" y="583200"/>
            <a:ext cx="10437300" cy="119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ru-RU"/>
              <a:t>Почему стоит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ru-RU"/>
              <a:t>использовать?</a:t>
            </a:r>
            <a:endParaRPr/>
          </a:p>
        </p:txBody>
      </p:sp>
      <p:pic>
        <p:nvPicPr>
          <p:cNvPr id="725" name="Google Shape;725;g3665e2fb9b3_1_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227501" y="583201"/>
            <a:ext cx="1377125" cy="1377150"/>
          </a:xfrm>
          <a:prstGeom prst="rect">
            <a:avLst/>
          </a:prstGeom>
          <a:noFill/>
          <a:ln>
            <a:noFill/>
          </a:ln>
        </p:spPr>
      </p:pic>
      <p:pic>
        <p:nvPicPr>
          <p:cNvPr id="726" name="Google Shape;726;g3665e2fb9b3_1_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87387" y="2898218"/>
            <a:ext cx="464734" cy="464734"/>
          </a:xfrm>
          <a:prstGeom prst="rect">
            <a:avLst/>
          </a:prstGeom>
          <a:noFill/>
          <a:ln>
            <a:noFill/>
          </a:ln>
        </p:spPr>
      </p:pic>
      <p:sp>
        <p:nvSpPr>
          <p:cNvPr id="727" name="Google Shape;727;g3665e2fb9b3_1_23"/>
          <p:cNvSpPr txBox="1"/>
          <p:nvPr/>
        </p:nvSpPr>
        <p:spPr>
          <a:xfrm>
            <a:off x="1203263" y="2985506"/>
            <a:ext cx="88275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ru-RU" sz="2000">
                <a:solidFill>
                  <a:srgbClr val="FEFFFE"/>
                </a:solidFill>
                <a:latin typeface="Montserrat"/>
                <a:ea typeface="Montserrat"/>
                <a:cs typeface="Montserrat"/>
                <a:sym typeface="Montserrat"/>
              </a:rPr>
              <a:t>Потокобезопасно</a:t>
            </a:r>
            <a:endParaRPr sz="2000">
              <a:solidFill>
                <a:srgbClr val="A4C2F4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pic>
        <p:nvPicPr>
          <p:cNvPr id="728" name="Google Shape;728;g3665e2fb9b3_1_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87387" y="3431618"/>
            <a:ext cx="464734" cy="464734"/>
          </a:xfrm>
          <a:prstGeom prst="rect">
            <a:avLst/>
          </a:prstGeom>
          <a:noFill/>
          <a:ln>
            <a:noFill/>
          </a:ln>
        </p:spPr>
      </p:pic>
      <p:sp>
        <p:nvSpPr>
          <p:cNvPr id="729" name="Google Shape;729;g3665e2fb9b3_1_23"/>
          <p:cNvSpPr txBox="1"/>
          <p:nvPr/>
        </p:nvSpPr>
        <p:spPr>
          <a:xfrm>
            <a:off x="1203263" y="3518906"/>
            <a:ext cx="88275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ru-RU" sz="2000">
                <a:solidFill>
                  <a:srgbClr val="FEFFFE"/>
                </a:solidFill>
                <a:latin typeface="Montserrat"/>
                <a:ea typeface="Montserrat"/>
                <a:cs typeface="Montserrat"/>
                <a:sym typeface="Montserrat"/>
              </a:rPr>
              <a:t>Меньше зависимостей / boilerplate кода</a:t>
            </a:r>
            <a:endParaRPr sz="2000">
              <a:solidFill>
                <a:srgbClr val="A4C2F4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pic>
        <p:nvPicPr>
          <p:cNvPr id="730" name="Google Shape;730;g3665e2fb9b3_1_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87387" y="3965018"/>
            <a:ext cx="464734" cy="464734"/>
          </a:xfrm>
          <a:prstGeom prst="rect">
            <a:avLst/>
          </a:prstGeom>
          <a:noFill/>
          <a:ln>
            <a:noFill/>
          </a:ln>
        </p:spPr>
      </p:pic>
      <p:sp>
        <p:nvSpPr>
          <p:cNvPr id="731" name="Google Shape;731;g3665e2fb9b3_1_23"/>
          <p:cNvSpPr txBox="1"/>
          <p:nvPr/>
        </p:nvSpPr>
        <p:spPr>
          <a:xfrm>
            <a:off x="1203263" y="4052306"/>
            <a:ext cx="88275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ru-RU" sz="20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Меньше подвохов, проще доказывать свойства кода</a:t>
            </a:r>
            <a:endParaRPr sz="200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pic>
        <p:nvPicPr>
          <p:cNvPr id="732" name="Google Shape;732;g3665e2fb9b3_1_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87387" y="4498418"/>
            <a:ext cx="464734" cy="464734"/>
          </a:xfrm>
          <a:prstGeom prst="rect">
            <a:avLst/>
          </a:prstGeom>
          <a:noFill/>
          <a:ln>
            <a:noFill/>
          </a:ln>
        </p:spPr>
      </p:pic>
      <p:sp>
        <p:nvSpPr>
          <p:cNvPr id="733" name="Google Shape;733;g3665e2fb9b3_1_23"/>
          <p:cNvSpPr txBox="1"/>
          <p:nvPr/>
        </p:nvSpPr>
        <p:spPr>
          <a:xfrm>
            <a:off x="1203263" y="4585706"/>
            <a:ext cx="88275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ru-RU" sz="2000">
                <a:solidFill>
                  <a:srgbClr val="FEFFFE"/>
                </a:solidFill>
                <a:latin typeface="Montserrat"/>
                <a:ea typeface="Montserrat"/>
                <a:cs typeface="Montserrat"/>
                <a:sym typeface="Montserrat"/>
              </a:rPr>
              <a:t>Код читается, как объясняется</a:t>
            </a:r>
            <a:endParaRPr sz="2000">
              <a:solidFill>
                <a:srgbClr val="FEFFFE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="0">
  <p:cSld>
    <p:spTree>
      <p:nvGrpSpPr>
        <p:cNvPr id="737" name="Shape 7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8" name="Google Shape;738;g3665e2fb9b3_1_37"/>
          <p:cNvSpPr txBox="1"/>
          <p:nvPr>
            <p:ph type="title"/>
          </p:nvPr>
        </p:nvSpPr>
        <p:spPr>
          <a:xfrm>
            <a:off x="587375" y="583200"/>
            <a:ext cx="10437300" cy="119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ru-RU"/>
              <a:t>Как использовать 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ru-RU"/>
              <a:t>в работе?</a:t>
            </a:r>
            <a:endParaRPr/>
          </a:p>
        </p:txBody>
      </p:sp>
      <p:pic>
        <p:nvPicPr>
          <p:cNvPr id="739" name="Google Shape;739;g3665e2fb9b3_1_3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227501" y="583201"/>
            <a:ext cx="1377125" cy="1377150"/>
          </a:xfrm>
          <a:prstGeom prst="rect">
            <a:avLst/>
          </a:prstGeom>
          <a:noFill/>
          <a:ln>
            <a:noFill/>
          </a:ln>
        </p:spPr>
      </p:pic>
      <p:pic>
        <p:nvPicPr>
          <p:cNvPr id="740" name="Google Shape;740;g3665e2fb9b3_1_37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87387" y="2898218"/>
            <a:ext cx="464734" cy="464734"/>
          </a:xfrm>
          <a:prstGeom prst="rect">
            <a:avLst/>
          </a:prstGeom>
          <a:noFill/>
          <a:ln>
            <a:noFill/>
          </a:ln>
        </p:spPr>
      </p:pic>
      <p:sp>
        <p:nvSpPr>
          <p:cNvPr id="741" name="Google Shape;741;g3665e2fb9b3_1_37"/>
          <p:cNvSpPr txBox="1"/>
          <p:nvPr/>
        </p:nvSpPr>
        <p:spPr>
          <a:xfrm>
            <a:off x="1203263" y="2985506"/>
            <a:ext cx="88275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ru-RU" sz="2000">
                <a:solidFill>
                  <a:srgbClr val="FEFFFE"/>
                </a:solidFill>
                <a:latin typeface="Montserrat"/>
                <a:ea typeface="Montserrat"/>
                <a:cs typeface="Montserrat"/>
                <a:sym typeface="Montserrat"/>
              </a:rPr>
              <a:t>Неизменяемые типы?</a:t>
            </a:r>
            <a:endParaRPr sz="2000">
              <a:solidFill>
                <a:srgbClr val="A4C2F4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pic>
        <p:nvPicPr>
          <p:cNvPr id="742" name="Google Shape;742;g3665e2fb9b3_1_37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87387" y="3431618"/>
            <a:ext cx="464734" cy="464734"/>
          </a:xfrm>
          <a:prstGeom prst="rect">
            <a:avLst/>
          </a:prstGeom>
          <a:noFill/>
          <a:ln>
            <a:noFill/>
          </a:ln>
        </p:spPr>
      </p:pic>
      <p:sp>
        <p:nvSpPr>
          <p:cNvPr id="743" name="Google Shape;743;g3665e2fb9b3_1_37"/>
          <p:cNvSpPr txBox="1"/>
          <p:nvPr/>
        </p:nvSpPr>
        <p:spPr>
          <a:xfrm>
            <a:off x="1203263" y="3518906"/>
            <a:ext cx="88275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ru-RU" sz="2000">
                <a:solidFill>
                  <a:srgbClr val="FEFFFE"/>
                </a:solidFill>
                <a:latin typeface="Montserrat"/>
                <a:ea typeface="Montserrat"/>
                <a:cs typeface="Montserrat"/>
                <a:sym typeface="Montserrat"/>
              </a:rPr>
              <a:t>Чистые функции?</a:t>
            </a:r>
            <a:endParaRPr sz="2000">
              <a:solidFill>
                <a:srgbClr val="A4C2F4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pic>
        <p:nvPicPr>
          <p:cNvPr id="744" name="Google Shape;744;g3665e2fb9b3_1_37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87387" y="3965018"/>
            <a:ext cx="464734" cy="464734"/>
          </a:xfrm>
          <a:prstGeom prst="rect">
            <a:avLst/>
          </a:prstGeom>
          <a:noFill/>
          <a:ln>
            <a:noFill/>
          </a:ln>
        </p:spPr>
      </p:pic>
      <p:sp>
        <p:nvSpPr>
          <p:cNvPr id="745" name="Google Shape;745;g3665e2fb9b3_1_37"/>
          <p:cNvSpPr txBox="1"/>
          <p:nvPr/>
        </p:nvSpPr>
        <p:spPr>
          <a:xfrm>
            <a:off x="1203263" y="4052306"/>
            <a:ext cx="88275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ru-RU" sz="20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Зависимости?</a:t>
            </a:r>
            <a:endParaRPr sz="200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pic>
        <p:nvPicPr>
          <p:cNvPr id="746" name="Google Shape;746;g3665e2fb9b3_1_37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87387" y="4498418"/>
            <a:ext cx="464734" cy="464734"/>
          </a:xfrm>
          <a:prstGeom prst="rect">
            <a:avLst/>
          </a:prstGeom>
          <a:noFill/>
          <a:ln>
            <a:noFill/>
          </a:ln>
        </p:spPr>
      </p:pic>
      <p:sp>
        <p:nvSpPr>
          <p:cNvPr id="747" name="Google Shape;747;g3665e2fb9b3_1_37"/>
          <p:cNvSpPr txBox="1"/>
          <p:nvPr/>
        </p:nvSpPr>
        <p:spPr>
          <a:xfrm>
            <a:off x="1203263" y="4585706"/>
            <a:ext cx="88275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ru-RU" sz="2000">
                <a:solidFill>
                  <a:srgbClr val="FEFFFE"/>
                </a:solidFill>
                <a:latin typeface="Montserrat"/>
                <a:ea typeface="Montserrat"/>
                <a:cs typeface="Montserrat"/>
                <a:sym typeface="Montserrat"/>
              </a:rPr>
              <a:t>Тестирование?</a:t>
            </a:r>
            <a:endParaRPr sz="2000">
              <a:solidFill>
                <a:srgbClr val="FEFFFE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pic>
        <p:nvPicPr>
          <p:cNvPr id="748" name="Google Shape;748;g3665e2fb9b3_1_37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87387" y="5082054"/>
            <a:ext cx="464734" cy="464734"/>
          </a:xfrm>
          <a:prstGeom prst="rect">
            <a:avLst/>
          </a:prstGeom>
          <a:noFill/>
          <a:ln>
            <a:noFill/>
          </a:ln>
        </p:spPr>
      </p:pic>
      <p:sp>
        <p:nvSpPr>
          <p:cNvPr id="749" name="Google Shape;749;g3665e2fb9b3_1_37"/>
          <p:cNvSpPr txBox="1"/>
          <p:nvPr/>
        </p:nvSpPr>
        <p:spPr>
          <a:xfrm>
            <a:off x="1203263" y="5169342"/>
            <a:ext cx="88275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ru-RU" sz="2000">
                <a:solidFill>
                  <a:srgbClr val="FEFFFE"/>
                </a:solidFill>
                <a:latin typeface="Montserrat"/>
                <a:ea typeface="Montserrat"/>
                <a:cs typeface="Montserrat"/>
                <a:sym typeface="Montserrat"/>
              </a:rPr>
              <a:t>Понятность и декомпозиция</a:t>
            </a:r>
            <a:r>
              <a:rPr lang="ru-RU" sz="2000">
                <a:solidFill>
                  <a:srgbClr val="FEFFFE"/>
                </a:solidFill>
                <a:latin typeface="Montserrat"/>
                <a:ea typeface="Montserrat"/>
                <a:cs typeface="Montserrat"/>
                <a:sym typeface="Montserrat"/>
              </a:rPr>
              <a:t>?</a:t>
            </a:r>
            <a:endParaRPr sz="2000">
              <a:solidFill>
                <a:srgbClr val="FEFFFE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pic>
        <p:nvPicPr>
          <p:cNvPr id="750" name="Google Shape;750;g3665e2fb9b3_1_37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87387" y="5627448"/>
            <a:ext cx="464734" cy="464734"/>
          </a:xfrm>
          <a:prstGeom prst="rect">
            <a:avLst/>
          </a:prstGeom>
          <a:noFill/>
          <a:ln>
            <a:noFill/>
          </a:ln>
        </p:spPr>
      </p:pic>
      <p:sp>
        <p:nvSpPr>
          <p:cNvPr id="751" name="Google Shape;751;g3665e2fb9b3_1_37"/>
          <p:cNvSpPr txBox="1"/>
          <p:nvPr/>
        </p:nvSpPr>
        <p:spPr>
          <a:xfrm>
            <a:off x="1203263" y="5714736"/>
            <a:ext cx="88275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ru-RU" sz="2000">
                <a:solidFill>
                  <a:srgbClr val="FEFFFE"/>
                </a:solidFill>
                <a:latin typeface="Montserrat"/>
                <a:ea typeface="Montserrat"/>
                <a:cs typeface="Montserrat"/>
                <a:sym typeface="Montserrat"/>
              </a:rPr>
              <a:t>Обработка ошибок</a:t>
            </a:r>
            <a:r>
              <a:rPr lang="ru-RU" sz="2000">
                <a:solidFill>
                  <a:srgbClr val="FEFFFE"/>
                </a:solidFill>
                <a:latin typeface="Montserrat"/>
                <a:ea typeface="Montserrat"/>
                <a:cs typeface="Montserrat"/>
                <a:sym typeface="Montserrat"/>
              </a:rPr>
              <a:t>?</a:t>
            </a:r>
            <a:endParaRPr sz="2000">
              <a:solidFill>
                <a:srgbClr val="FEFFFE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="0">
  <p:cSld>
    <p:spTree>
      <p:nvGrpSpPr>
        <p:cNvPr id="755" name="Shape 7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6" name="Google Shape;756;g3665e2fb9b3_1_54"/>
          <p:cNvSpPr txBox="1"/>
          <p:nvPr>
            <p:ph type="title"/>
          </p:nvPr>
        </p:nvSpPr>
        <p:spPr>
          <a:xfrm>
            <a:off x="587375" y="583200"/>
            <a:ext cx="10437300" cy="119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ru-RU"/>
              <a:t>Неизменяемые типы</a:t>
            </a:r>
            <a:endParaRPr/>
          </a:p>
        </p:txBody>
      </p:sp>
      <p:pic>
        <p:nvPicPr>
          <p:cNvPr id="757" name="Google Shape;757;g3665e2fb9b3_1_5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227501" y="583201"/>
            <a:ext cx="1377125" cy="13771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="0">
  <p:cSld>
    <p:spTree>
      <p:nvGrpSpPr>
        <p:cNvPr id="761" name="Shape 7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2" name="Google Shape;762;g3665e2fb9b3_1_71"/>
          <p:cNvSpPr txBox="1"/>
          <p:nvPr>
            <p:ph type="title"/>
          </p:nvPr>
        </p:nvSpPr>
        <p:spPr>
          <a:xfrm>
            <a:off x="587375" y="584200"/>
            <a:ext cx="6118200" cy="119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ru-RU"/>
              <a:t>Mutable Cat</a:t>
            </a:r>
            <a:endParaRPr/>
          </a:p>
        </p:txBody>
      </p:sp>
      <p:sp>
        <p:nvSpPr>
          <p:cNvPr id="763" name="Google Shape;763;g3665e2fb9b3_1_71"/>
          <p:cNvSpPr txBox="1"/>
          <p:nvPr/>
        </p:nvSpPr>
        <p:spPr>
          <a:xfrm>
            <a:off x="587375" y="1797550"/>
            <a:ext cx="6853200" cy="4456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Arial"/>
              <a:buNone/>
            </a:pPr>
            <a:r>
              <a:rPr lang="ru-RU" sz="2100">
                <a:solidFill>
                  <a:srgbClr val="569CD6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public</a:t>
            </a:r>
            <a:r>
              <a:rPr lang="ru-RU" sz="2100">
                <a:solidFill>
                  <a:srgbClr val="D4D4D4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ru-RU" sz="2100">
                <a:solidFill>
                  <a:srgbClr val="569CD6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class</a:t>
            </a:r>
            <a:r>
              <a:rPr lang="ru-RU" sz="2100">
                <a:solidFill>
                  <a:srgbClr val="D4D4D4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ru-RU" sz="2100">
                <a:solidFill>
                  <a:srgbClr val="4EC9B0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Cat</a:t>
            </a:r>
            <a:endParaRPr sz="2100">
              <a:solidFill>
                <a:srgbClr val="4EC9B0"/>
              </a:solidFill>
              <a:highlight>
                <a:srgbClr val="1E1E1E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Arial"/>
              <a:buNone/>
            </a:pPr>
            <a:r>
              <a:rPr lang="ru-RU" sz="2100">
                <a:solidFill>
                  <a:srgbClr val="D4D4D4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{</a:t>
            </a:r>
            <a:endParaRPr sz="2100">
              <a:solidFill>
                <a:srgbClr val="D4D4D4"/>
              </a:solidFill>
              <a:highlight>
                <a:srgbClr val="1E1E1E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Arial"/>
              <a:buNone/>
            </a:pPr>
            <a:r>
              <a:rPr lang="ru-RU" sz="2100">
                <a:solidFill>
                  <a:srgbClr val="D4D4D4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ru-RU" sz="2100">
                <a:solidFill>
                  <a:srgbClr val="569CD6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public</a:t>
            </a:r>
            <a:r>
              <a:rPr lang="ru-RU" sz="2100">
                <a:solidFill>
                  <a:srgbClr val="D4D4D4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ru-RU" sz="2100">
                <a:solidFill>
                  <a:srgbClr val="569CD6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string</a:t>
            </a:r>
            <a:r>
              <a:rPr lang="ru-RU" sz="2100">
                <a:solidFill>
                  <a:srgbClr val="D4D4D4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 Name { </a:t>
            </a:r>
            <a:r>
              <a:rPr lang="ru-RU" sz="2100">
                <a:solidFill>
                  <a:srgbClr val="569CD6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get</a:t>
            </a:r>
            <a:r>
              <a:rPr lang="ru-RU" sz="2100">
                <a:solidFill>
                  <a:srgbClr val="D4D4D4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; </a:t>
            </a:r>
            <a:r>
              <a:rPr lang="ru-RU" sz="2100">
                <a:solidFill>
                  <a:srgbClr val="569CD6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set</a:t>
            </a:r>
            <a:r>
              <a:rPr lang="ru-RU" sz="2100">
                <a:solidFill>
                  <a:srgbClr val="D4D4D4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; }</a:t>
            </a:r>
            <a:endParaRPr sz="2100">
              <a:solidFill>
                <a:srgbClr val="D4D4D4"/>
              </a:solidFill>
              <a:highlight>
                <a:srgbClr val="1E1E1E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Arial"/>
              <a:buNone/>
            </a:pPr>
            <a:r>
              <a:rPr lang="ru-RU" sz="2100">
                <a:solidFill>
                  <a:srgbClr val="D4D4D4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ru-RU" sz="2100">
                <a:solidFill>
                  <a:srgbClr val="569CD6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public</a:t>
            </a:r>
            <a:r>
              <a:rPr lang="ru-RU" sz="2100">
                <a:solidFill>
                  <a:srgbClr val="D4D4D4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ru-RU" sz="2100">
                <a:solidFill>
                  <a:srgbClr val="569CD6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bool</a:t>
            </a:r>
            <a:r>
              <a:rPr lang="ru-RU" sz="2100">
                <a:solidFill>
                  <a:srgbClr val="D4D4D4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 Hungry { </a:t>
            </a:r>
            <a:r>
              <a:rPr lang="ru-RU" sz="2100">
                <a:solidFill>
                  <a:srgbClr val="569CD6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get</a:t>
            </a:r>
            <a:r>
              <a:rPr lang="ru-RU" sz="2100">
                <a:solidFill>
                  <a:srgbClr val="D4D4D4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; </a:t>
            </a:r>
            <a:r>
              <a:rPr lang="ru-RU" sz="2100">
                <a:solidFill>
                  <a:srgbClr val="569CD6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set</a:t>
            </a:r>
            <a:r>
              <a:rPr lang="ru-RU" sz="2100">
                <a:solidFill>
                  <a:srgbClr val="D4D4D4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; }</a:t>
            </a:r>
            <a:endParaRPr sz="2100">
              <a:solidFill>
                <a:srgbClr val="D4D4D4"/>
              </a:solidFill>
              <a:highlight>
                <a:srgbClr val="1E1E1E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Arial"/>
              <a:buNone/>
            </a:pPr>
            <a:r>
              <a:t/>
            </a:r>
            <a:endParaRPr sz="2100">
              <a:solidFill>
                <a:srgbClr val="D4D4D4"/>
              </a:solidFill>
              <a:highlight>
                <a:srgbClr val="1E1E1E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Arial"/>
              <a:buNone/>
            </a:pPr>
            <a:r>
              <a:rPr lang="ru-RU" sz="2100">
                <a:solidFill>
                  <a:srgbClr val="D4D4D4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ru-RU" sz="2100">
                <a:solidFill>
                  <a:srgbClr val="569CD6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public</a:t>
            </a:r>
            <a:r>
              <a:rPr lang="ru-RU" sz="2100">
                <a:solidFill>
                  <a:srgbClr val="D4D4D4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ru-RU" sz="2100">
                <a:solidFill>
                  <a:srgbClr val="569CD6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void</a:t>
            </a:r>
            <a:r>
              <a:rPr lang="ru-RU" sz="2100">
                <a:solidFill>
                  <a:srgbClr val="D4D4D4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ru-RU" sz="2100">
                <a:solidFill>
                  <a:srgbClr val="DCDCAA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Feed</a:t>
            </a:r>
            <a:r>
              <a:rPr lang="ru-RU" sz="2100">
                <a:solidFill>
                  <a:srgbClr val="D4D4D4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()</a:t>
            </a:r>
            <a:endParaRPr sz="2100">
              <a:solidFill>
                <a:srgbClr val="D4D4D4"/>
              </a:solidFill>
              <a:highlight>
                <a:srgbClr val="1E1E1E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Arial"/>
              <a:buNone/>
            </a:pPr>
            <a:r>
              <a:rPr lang="ru-RU" sz="2100">
                <a:solidFill>
                  <a:srgbClr val="D4D4D4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    {</a:t>
            </a:r>
            <a:endParaRPr sz="2100">
              <a:solidFill>
                <a:srgbClr val="D4D4D4"/>
              </a:solidFill>
              <a:highlight>
                <a:srgbClr val="1E1E1E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Arial"/>
              <a:buNone/>
            </a:pPr>
            <a:r>
              <a:rPr lang="ru-RU" sz="2100">
                <a:solidFill>
                  <a:srgbClr val="D4D4D4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        Hungry = </a:t>
            </a:r>
            <a:r>
              <a:rPr lang="ru-RU" sz="2100">
                <a:solidFill>
                  <a:srgbClr val="569CD6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false</a:t>
            </a:r>
            <a:r>
              <a:rPr lang="ru-RU" sz="2100">
                <a:solidFill>
                  <a:srgbClr val="D4D4D4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;</a:t>
            </a:r>
            <a:endParaRPr sz="2100">
              <a:solidFill>
                <a:srgbClr val="D4D4D4"/>
              </a:solidFill>
              <a:highlight>
                <a:srgbClr val="1E1E1E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Arial"/>
              <a:buNone/>
            </a:pPr>
            <a:r>
              <a:rPr lang="ru-RU" sz="2100">
                <a:solidFill>
                  <a:srgbClr val="D4D4D4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    }</a:t>
            </a:r>
            <a:endParaRPr sz="2100">
              <a:solidFill>
                <a:srgbClr val="D4D4D4"/>
              </a:solidFill>
              <a:highlight>
                <a:srgbClr val="1E1E1E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100">
                <a:solidFill>
                  <a:srgbClr val="D4D4D4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}</a:t>
            </a:r>
            <a:endParaRPr sz="2100">
              <a:solidFill>
                <a:srgbClr val="569CD6"/>
              </a:solidFill>
              <a:highlight>
                <a:srgbClr val="1F1F1F"/>
              </a:highlight>
              <a:latin typeface="Courier New"/>
              <a:ea typeface="Courier New"/>
              <a:cs typeface="Courier New"/>
              <a:sym typeface="Courier New"/>
            </a:endParaRPr>
          </a:p>
        </p:txBody>
      </p:sp>
      <p:pic>
        <p:nvPicPr>
          <p:cNvPr id="764" name="Google Shape;764;g3665e2fb9b3_1_7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405531" y="584205"/>
            <a:ext cx="1199100" cy="11991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="0">
  <p:cSld>
    <p:spTree>
      <p:nvGrpSpPr>
        <p:cNvPr id="768" name="Shape 7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9" name="Google Shape;769;g3665e2fb9b3_1_78"/>
          <p:cNvSpPr txBox="1"/>
          <p:nvPr>
            <p:ph type="title"/>
          </p:nvPr>
        </p:nvSpPr>
        <p:spPr>
          <a:xfrm>
            <a:off x="587375" y="584200"/>
            <a:ext cx="6118200" cy="119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ru-RU"/>
              <a:t>Immutable Cat</a:t>
            </a:r>
            <a:endParaRPr/>
          </a:p>
        </p:txBody>
      </p:sp>
      <p:sp>
        <p:nvSpPr>
          <p:cNvPr id="770" name="Google Shape;770;g3665e2fb9b3_1_78"/>
          <p:cNvSpPr txBox="1"/>
          <p:nvPr/>
        </p:nvSpPr>
        <p:spPr>
          <a:xfrm>
            <a:off x="587375" y="1797550"/>
            <a:ext cx="7437900" cy="4017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100">
                <a:solidFill>
                  <a:srgbClr val="569CD6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public</a:t>
            </a:r>
            <a:r>
              <a:rPr lang="ru-RU" sz="2100">
                <a:solidFill>
                  <a:srgbClr val="D4D4D4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ru-RU" sz="2100">
                <a:solidFill>
                  <a:srgbClr val="569CD6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class</a:t>
            </a:r>
            <a:r>
              <a:rPr lang="ru-RU" sz="2100">
                <a:solidFill>
                  <a:srgbClr val="D4D4D4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ru-RU" sz="2100">
                <a:solidFill>
                  <a:srgbClr val="4EC9B0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Cat</a:t>
            </a:r>
            <a:r>
              <a:rPr lang="ru-RU" sz="2100">
                <a:solidFill>
                  <a:srgbClr val="D4D4D4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 {</a:t>
            </a:r>
            <a:endParaRPr sz="2100">
              <a:solidFill>
                <a:srgbClr val="D4D4D4"/>
              </a:solidFill>
              <a:highlight>
                <a:srgbClr val="1E1E1E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100">
                <a:solidFill>
                  <a:srgbClr val="D4D4D4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ru-RU" sz="2100">
                <a:solidFill>
                  <a:srgbClr val="569CD6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public</a:t>
            </a:r>
            <a:r>
              <a:rPr lang="ru-RU" sz="2100">
                <a:solidFill>
                  <a:srgbClr val="D4D4D4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ru-RU" sz="2100">
                <a:solidFill>
                  <a:srgbClr val="4EC9B0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Cat</a:t>
            </a:r>
            <a:r>
              <a:rPr lang="ru-RU" sz="2100">
                <a:solidFill>
                  <a:srgbClr val="D4D4D4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ru-RU" sz="2100">
                <a:solidFill>
                  <a:srgbClr val="569CD6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string</a:t>
            </a:r>
            <a:r>
              <a:rPr lang="ru-RU" sz="2100">
                <a:solidFill>
                  <a:srgbClr val="D4D4D4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ru-RU" sz="2100">
                <a:solidFill>
                  <a:srgbClr val="9CDCFE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name</a:t>
            </a:r>
            <a:r>
              <a:rPr lang="ru-RU" sz="2100">
                <a:solidFill>
                  <a:srgbClr val="D4D4D4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lang="ru-RU" sz="2100">
                <a:solidFill>
                  <a:srgbClr val="569CD6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bool</a:t>
            </a:r>
            <a:r>
              <a:rPr lang="ru-RU" sz="2100">
                <a:solidFill>
                  <a:srgbClr val="D4D4D4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ru-RU" sz="2100">
                <a:solidFill>
                  <a:srgbClr val="9CDCFE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isHungry</a:t>
            </a:r>
            <a:r>
              <a:rPr lang="ru-RU" sz="2100">
                <a:solidFill>
                  <a:srgbClr val="D4D4D4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) {</a:t>
            </a:r>
            <a:endParaRPr sz="2100">
              <a:solidFill>
                <a:srgbClr val="D4D4D4"/>
              </a:solidFill>
              <a:highlight>
                <a:srgbClr val="1E1E1E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100">
                <a:solidFill>
                  <a:srgbClr val="D4D4D4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        Hungry = </a:t>
            </a:r>
            <a:r>
              <a:rPr lang="ru-RU" sz="2100">
                <a:solidFill>
                  <a:srgbClr val="9CDCFE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isHungry</a:t>
            </a:r>
            <a:r>
              <a:rPr lang="ru-RU" sz="2100">
                <a:solidFill>
                  <a:srgbClr val="D4D4D4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;</a:t>
            </a:r>
            <a:endParaRPr sz="2100">
              <a:solidFill>
                <a:srgbClr val="D4D4D4"/>
              </a:solidFill>
              <a:highlight>
                <a:srgbClr val="1E1E1E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100">
                <a:solidFill>
                  <a:srgbClr val="D4D4D4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        Name = </a:t>
            </a:r>
            <a:r>
              <a:rPr lang="ru-RU" sz="2100">
                <a:solidFill>
                  <a:srgbClr val="9CDCFE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name</a:t>
            </a:r>
            <a:r>
              <a:rPr lang="ru-RU" sz="2100">
                <a:solidFill>
                  <a:srgbClr val="D4D4D4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;</a:t>
            </a:r>
            <a:endParaRPr sz="2100">
              <a:solidFill>
                <a:srgbClr val="D4D4D4"/>
              </a:solidFill>
              <a:highlight>
                <a:srgbClr val="1E1E1E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100">
                <a:solidFill>
                  <a:srgbClr val="D4D4D4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    }</a:t>
            </a:r>
            <a:endParaRPr sz="2100">
              <a:solidFill>
                <a:srgbClr val="D4D4D4"/>
              </a:solidFill>
              <a:highlight>
                <a:srgbClr val="1E1E1E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100">
                <a:solidFill>
                  <a:srgbClr val="D4D4D4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ru-RU" sz="2100">
                <a:solidFill>
                  <a:srgbClr val="569CD6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public</a:t>
            </a:r>
            <a:r>
              <a:rPr lang="ru-RU" sz="2100">
                <a:solidFill>
                  <a:srgbClr val="D4D4D4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ru-RU" sz="2100">
                <a:solidFill>
                  <a:srgbClr val="569CD6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string</a:t>
            </a:r>
            <a:r>
              <a:rPr lang="ru-RU" sz="2100">
                <a:solidFill>
                  <a:srgbClr val="D4D4D4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 Name { </a:t>
            </a:r>
            <a:r>
              <a:rPr lang="ru-RU" sz="2100">
                <a:solidFill>
                  <a:srgbClr val="569CD6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get</a:t>
            </a:r>
            <a:r>
              <a:rPr lang="ru-RU" sz="2100">
                <a:solidFill>
                  <a:srgbClr val="D4D4D4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; </a:t>
            </a:r>
            <a:r>
              <a:rPr lang="ru-RU" sz="2100">
                <a:solidFill>
                  <a:srgbClr val="569CD6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private</a:t>
            </a:r>
            <a:r>
              <a:rPr lang="ru-RU" sz="2100">
                <a:solidFill>
                  <a:srgbClr val="D4D4D4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ru-RU" sz="2100">
                <a:solidFill>
                  <a:srgbClr val="569CD6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set</a:t>
            </a:r>
            <a:r>
              <a:rPr lang="ru-RU" sz="2100">
                <a:solidFill>
                  <a:srgbClr val="D4D4D4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; }</a:t>
            </a:r>
            <a:endParaRPr sz="2100">
              <a:solidFill>
                <a:srgbClr val="D4D4D4"/>
              </a:solidFill>
              <a:highlight>
                <a:srgbClr val="1E1E1E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100">
                <a:solidFill>
                  <a:srgbClr val="D4D4D4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ru-RU" sz="2100">
                <a:solidFill>
                  <a:srgbClr val="569CD6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public</a:t>
            </a:r>
            <a:r>
              <a:rPr lang="ru-RU" sz="2100">
                <a:solidFill>
                  <a:srgbClr val="D4D4D4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ru-RU" sz="2100">
                <a:solidFill>
                  <a:srgbClr val="569CD6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bool</a:t>
            </a:r>
            <a:r>
              <a:rPr lang="ru-RU" sz="2100">
                <a:solidFill>
                  <a:srgbClr val="D4D4D4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 Hungry { </a:t>
            </a:r>
            <a:r>
              <a:rPr lang="ru-RU" sz="2100">
                <a:solidFill>
                  <a:srgbClr val="569CD6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get</a:t>
            </a:r>
            <a:r>
              <a:rPr lang="ru-RU" sz="2100">
                <a:solidFill>
                  <a:srgbClr val="D4D4D4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; </a:t>
            </a:r>
            <a:r>
              <a:rPr lang="ru-RU" sz="2100">
                <a:solidFill>
                  <a:srgbClr val="569CD6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private</a:t>
            </a:r>
            <a:r>
              <a:rPr lang="ru-RU" sz="2100">
                <a:solidFill>
                  <a:srgbClr val="D4D4D4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ru-RU" sz="2100">
                <a:solidFill>
                  <a:srgbClr val="569CD6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set</a:t>
            </a:r>
            <a:r>
              <a:rPr lang="ru-RU" sz="2100">
                <a:solidFill>
                  <a:srgbClr val="D4D4D4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; }</a:t>
            </a:r>
            <a:endParaRPr sz="2100">
              <a:solidFill>
                <a:srgbClr val="D4D4D4"/>
              </a:solidFill>
              <a:highlight>
                <a:srgbClr val="1E1E1E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100">
                <a:solidFill>
                  <a:srgbClr val="D4D4D4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ru-RU" sz="2100">
                <a:solidFill>
                  <a:srgbClr val="569CD6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public</a:t>
            </a:r>
            <a:r>
              <a:rPr lang="ru-RU" sz="2100">
                <a:solidFill>
                  <a:srgbClr val="D4D4D4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ru-RU" sz="2100">
                <a:solidFill>
                  <a:srgbClr val="4EC9B0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Cat</a:t>
            </a:r>
            <a:r>
              <a:rPr lang="ru-RU" sz="2100">
                <a:solidFill>
                  <a:srgbClr val="D4D4D4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ru-RU" sz="2100">
                <a:solidFill>
                  <a:srgbClr val="DCDCAA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Feed</a:t>
            </a:r>
            <a:r>
              <a:rPr lang="ru-RU" sz="2100">
                <a:solidFill>
                  <a:srgbClr val="D4D4D4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() =&gt; </a:t>
            </a:r>
            <a:r>
              <a:rPr lang="ru-RU" sz="2100">
                <a:solidFill>
                  <a:srgbClr val="569CD6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new</a:t>
            </a:r>
            <a:r>
              <a:rPr lang="ru-RU" sz="2100">
                <a:solidFill>
                  <a:srgbClr val="D4D4D4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ru-RU" sz="2100">
                <a:solidFill>
                  <a:srgbClr val="4EC9B0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Cat</a:t>
            </a:r>
            <a:r>
              <a:rPr lang="ru-RU" sz="2100">
                <a:solidFill>
                  <a:srgbClr val="D4D4D4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(Name, </a:t>
            </a:r>
            <a:r>
              <a:rPr lang="ru-RU" sz="2100">
                <a:solidFill>
                  <a:srgbClr val="569CD6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false</a:t>
            </a:r>
            <a:r>
              <a:rPr lang="ru-RU" sz="2100">
                <a:solidFill>
                  <a:srgbClr val="D4D4D4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);</a:t>
            </a:r>
            <a:endParaRPr sz="2100">
              <a:solidFill>
                <a:srgbClr val="D4D4D4"/>
              </a:solidFill>
              <a:highlight>
                <a:srgbClr val="1E1E1E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100">
                <a:solidFill>
                  <a:srgbClr val="D4D4D4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}</a:t>
            </a:r>
            <a:endParaRPr sz="2100">
              <a:solidFill>
                <a:srgbClr val="569CD6"/>
              </a:solidFill>
              <a:highlight>
                <a:srgbClr val="1E1E1E"/>
              </a:highlight>
              <a:latin typeface="Consolas"/>
              <a:ea typeface="Consolas"/>
              <a:cs typeface="Consolas"/>
              <a:sym typeface="Consolas"/>
            </a:endParaRPr>
          </a:p>
        </p:txBody>
      </p:sp>
      <p:pic>
        <p:nvPicPr>
          <p:cNvPr id="771" name="Google Shape;771;g3665e2fb9b3_1_7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405531" y="584205"/>
            <a:ext cx="1199100" cy="11991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="0">
  <p:cSld>
    <p:spTree>
      <p:nvGrpSpPr>
        <p:cNvPr id="775" name="Shape 7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6" name="Google Shape;776;g3665e2fb9b3_1_85"/>
          <p:cNvSpPr txBox="1"/>
          <p:nvPr>
            <p:ph type="title"/>
          </p:nvPr>
        </p:nvSpPr>
        <p:spPr>
          <a:xfrm>
            <a:off x="587375" y="584200"/>
            <a:ext cx="6118200" cy="119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ru-RU"/>
              <a:t>C# 9.0</a:t>
            </a:r>
            <a:endParaRPr/>
          </a:p>
        </p:txBody>
      </p:sp>
      <p:sp>
        <p:nvSpPr>
          <p:cNvPr id="777" name="Google Shape;777;g3665e2fb9b3_1_85"/>
          <p:cNvSpPr txBox="1"/>
          <p:nvPr/>
        </p:nvSpPr>
        <p:spPr>
          <a:xfrm>
            <a:off x="587375" y="1831797"/>
            <a:ext cx="7437900" cy="1385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100">
                <a:solidFill>
                  <a:srgbClr val="569CD6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public</a:t>
            </a:r>
            <a:r>
              <a:rPr lang="ru-RU" sz="2100">
                <a:solidFill>
                  <a:srgbClr val="D4D4D4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ru-RU" sz="2100">
                <a:solidFill>
                  <a:srgbClr val="569CD6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record</a:t>
            </a:r>
            <a:r>
              <a:rPr lang="ru-RU" sz="2100">
                <a:solidFill>
                  <a:srgbClr val="D4D4D4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ru-RU" sz="2100">
                <a:solidFill>
                  <a:srgbClr val="4EC9B0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Cat</a:t>
            </a:r>
            <a:r>
              <a:rPr lang="ru-RU" sz="2100">
                <a:solidFill>
                  <a:srgbClr val="D4D4D4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ru-RU" sz="2100">
                <a:solidFill>
                  <a:srgbClr val="569CD6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string</a:t>
            </a:r>
            <a:r>
              <a:rPr lang="ru-RU" sz="2100">
                <a:solidFill>
                  <a:srgbClr val="D4D4D4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ru-RU" sz="2100">
                <a:solidFill>
                  <a:srgbClr val="9CDCFE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Name</a:t>
            </a:r>
            <a:r>
              <a:rPr lang="ru-RU" sz="2100">
                <a:solidFill>
                  <a:srgbClr val="D4D4D4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lang="ru-RU" sz="2100">
                <a:solidFill>
                  <a:srgbClr val="569CD6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bool</a:t>
            </a:r>
            <a:r>
              <a:rPr lang="ru-RU" sz="2100">
                <a:solidFill>
                  <a:srgbClr val="D4D4D4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ru-RU" sz="2100">
                <a:solidFill>
                  <a:srgbClr val="9CDCFE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Hungry</a:t>
            </a:r>
            <a:r>
              <a:rPr lang="ru-RU" sz="2100">
                <a:solidFill>
                  <a:srgbClr val="D4D4D4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);</a:t>
            </a:r>
            <a:endParaRPr sz="2100">
              <a:solidFill>
                <a:srgbClr val="D4D4D4"/>
              </a:solidFill>
              <a:highlight>
                <a:srgbClr val="1E1E1E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100">
              <a:solidFill>
                <a:srgbClr val="D4D4D4"/>
              </a:solidFill>
              <a:highlight>
                <a:srgbClr val="1E1E1E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100">
                <a:solidFill>
                  <a:srgbClr val="569CD6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var</a:t>
            </a:r>
            <a:r>
              <a:rPr lang="ru-RU" sz="2100">
                <a:solidFill>
                  <a:srgbClr val="D4D4D4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ru-RU" sz="2100">
                <a:solidFill>
                  <a:srgbClr val="9CDCFE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fullCat</a:t>
            </a:r>
            <a:r>
              <a:rPr lang="ru-RU" sz="2100">
                <a:solidFill>
                  <a:srgbClr val="D4D4D4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 = </a:t>
            </a:r>
            <a:r>
              <a:rPr lang="ru-RU" sz="2100">
                <a:solidFill>
                  <a:srgbClr val="9CDCFE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hungryCat</a:t>
            </a:r>
            <a:r>
              <a:rPr lang="ru-RU" sz="2100">
                <a:solidFill>
                  <a:srgbClr val="D4D4D4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ru-RU" sz="2100">
                <a:solidFill>
                  <a:srgbClr val="569CD6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with</a:t>
            </a:r>
            <a:r>
              <a:rPr lang="ru-RU" sz="2100">
                <a:solidFill>
                  <a:srgbClr val="D4D4D4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 {</a:t>
            </a:r>
            <a:r>
              <a:rPr lang="ru-RU" sz="2100">
                <a:solidFill>
                  <a:srgbClr val="9CDCFE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Hungry</a:t>
            </a:r>
            <a:r>
              <a:rPr lang="ru-RU" sz="2100">
                <a:solidFill>
                  <a:srgbClr val="D4D4D4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 = </a:t>
            </a:r>
            <a:r>
              <a:rPr lang="ru-RU" sz="2100">
                <a:solidFill>
                  <a:srgbClr val="569CD6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false</a:t>
            </a:r>
            <a:r>
              <a:rPr lang="ru-RU" sz="2100">
                <a:solidFill>
                  <a:srgbClr val="D4D4D4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};</a:t>
            </a:r>
            <a:endParaRPr sz="2100">
              <a:solidFill>
                <a:srgbClr val="569CD6"/>
              </a:solidFill>
              <a:highlight>
                <a:srgbClr val="1E1E1E"/>
              </a:highlight>
              <a:latin typeface="Consolas"/>
              <a:ea typeface="Consolas"/>
              <a:cs typeface="Consolas"/>
              <a:sym typeface="Consolas"/>
            </a:endParaRPr>
          </a:p>
        </p:txBody>
      </p:sp>
      <p:pic>
        <p:nvPicPr>
          <p:cNvPr id="778" name="Google Shape;778;g3665e2fb9b3_1_8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405531" y="584205"/>
            <a:ext cx="1199100" cy="11991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="0">
  <p:cSld>
    <p:spTree>
      <p:nvGrpSpPr>
        <p:cNvPr id="782" name="Shape 7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3" name="Google Shape;783;g3665e2fb9b3_1_92"/>
          <p:cNvSpPr txBox="1"/>
          <p:nvPr>
            <p:ph type="title"/>
          </p:nvPr>
        </p:nvSpPr>
        <p:spPr>
          <a:xfrm>
            <a:off x="587375" y="584200"/>
            <a:ext cx="10017900" cy="119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ru-RU"/>
              <a:t>System.Collection.Immutable</a:t>
            </a:r>
            <a:endParaRPr/>
          </a:p>
        </p:txBody>
      </p:sp>
      <p:sp>
        <p:nvSpPr>
          <p:cNvPr id="784" name="Google Shape;784;g3665e2fb9b3_1_92"/>
          <p:cNvSpPr txBox="1"/>
          <p:nvPr/>
        </p:nvSpPr>
        <p:spPr>
          <a:xfrm>
            <a:off x="587375" y="1831797"/>
            <a:ext cx="7437900" cy="3578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100">
                <a:solidFill>
                  <a:srgbClr val="9CDCFE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ImmutableArray</a:t>
            </a:r>
            <a:endParaRPr sz="2100">
              <a:solidFill>
                <a:srgbClr val="9CDCFE"/>
              </a:solidFill>
              <a:highlight>
                <a:srgbClr val="1E1E1E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100">
                <a:solidFill>
                  <a:srgbClr val="9CDCFE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ImmutableDictionary</a:t>
            </a:r>
            <a:endParaRPr sz="2100">
              <a:solidFill>
                <a:srgbClr val="9CDCFE"/>
              </a:solidFill>
              <a:highlight>
                <a:srgbClr val="1E1E1E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100">
                <a:solidFill>
                  <a:srgbClr val="9CDCFE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ImmutableSortedDictionary</a:t>
            </a:r>
            <a:endParaRPr sz="2100">
              <a:solidFill>
                <a:srgbClr val="9CDCFE"/>
              </a:solidFill>
              <a:highlight>
                <a:srgbClr val="1E1E1E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100">
                <a:solidFill>
                  <a:srgbClr val="9CDCFE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ImmutableHashSet</a:t>
            </a:r>
            <a:endParaRPr sz="2100">
              <a:solidFill>
                <a:srgbClr val="9CDCFE"/>
              </a:solidFill>
              <a:highlight>
                <a:srgbClr val="1E1E1E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100">
                <a:solidFill>
                  <a:srgbClr val="9CDCFE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ImmutableList</a:t>
            </a:r>
            <a:endParaRPr sz="2100">
              <a:solidFill>
                <a:srgbClr val="9CDCFE"/>
              </a:solidFill>
              <a:highlight>
                <a:srgbClr val="1E1E1E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100">
                <a:solidFill>
                  <a:srgbClr val="9CDCFE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ImmutableQueue</a:t>
            </a:r>
            <a:endParaRPr sz="2100">
              <a:solidFill>
                <a:srgbClr val="9CDCFE"/>
              </a:solidFill>
              <a:highlight>
                <a:srgbClr val="1E1E1E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100">
                <a:solidFill>
                  <a:srgbClr val="9CDCFE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ImmutableSortedSet</a:t>
            </a:r>
            <a:endParaRPr sz="2100">
              <a:solidFill>
                <a:srgbClr val="9CDCFE"/>
              </a:solidFill>
              <a:highlight>
                <a:srgbClr val="1E1E1E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100">
                <a:solidFill>
                  <a:srgbClr val="9CDCFE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ImmutableStack</a:t>
            </a:r>
            <a:endParaRPr sz="2100">
              <a:solidFill>
                <a:srgbClr val="569CD6"/>
              </a:solidFill>
              <a:highlight>
                <a:srgbClr val="1E1E1E"/>
              </a:highlight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85" name="Google Shape;785;g3665e2fb9b3_1_92"/>
          <p:cNvSpPr txBox="1"/>
          <p:nvPr/>
        </p:nvSpPr>
        <p:spPr>
          <a:xfrm>
            <a:off x="4069650" y="5548050"/>
            <a:ext cx="4052700" cy="67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ru-RU" sz="32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Get from NuGet!</a:t>
            </a:r>
            <a:endParaRPr b="1" sz="320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="0">
  <p:cSld>
    <p:spTree>
      <p:nvGrpSpPr>
        <p:cNvPr id="789" name="Shape 7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0" name="Google Shape;790;g3665e2fb9b3_1_100"/>
          <p:cNvSpPr txBox="1"/>
          <p:nvPr>
            <p:ph type="title"/>
          </p:nvPr>
        </p:nvSpPr>
        <p:spPr>
          <a:xfrm>
            <a:off x="587375" y="584200"/>
            <a:ext cx="10017900" cy="119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ru-RU"/>
              <a:t>struct NEVER THROWS</a:t>
            </a:r>
            <a:endParaRPr/>
          </a:p>
        </p:txBody>
      </p:sp>
      <p:sp>
        <p:nvSpPr>
          <p:cNvPr id="791" name="Google Shape;791;g3665e2fb9b3_1_100"/>
          <p:cNvSpPr txBox="1"/>
          <p:nvPr/>
        </p:nvSpPr>
        <p:spPr>
          <a:xfrm>
            <a:off x="587375" y="2321972"/>
            <a:ext cx="7437900" cy="67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3200">
                <a:solidFill>
                  <a:srgbClr val="EA9999"/>
                </a:solidFill>
                <a:latin typeface="Consolas"/>
                <a:ea typeface="Consolas"/>
                <a:cs typeface="Consolas"/>
                <a:sym typeface="Consolas"/>
              </a:rPr>
              <a:t>NullReferenceException</a:t>
            </a:r>
            <a:endParaRPr sz="3200">
              <a:solidFill>
                <a:srgbClr val="EA9999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pic>
        <p:nvPicPr>
          <p:cNvPr id="792" name="Google Shape;792;g3665e2fb9b3_1_10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227501" y="583201"/>
            <a:ext cx="1377125" cy="13771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="0">
  <p:cSld>
    <p:spTree>
      <p:nvGrpSpPr>
        <p:cNvPr id="796" name="Shape 7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7" name="Google Shape;797;g3665e2fb9b3_3_0"/>
          <p:cNvSpPr txBox="1"/>
          <p:nvPr>
            <p:ph type="title"/>
          </p:nvPr>
        </p:nvSpPr>
        <p:spPr>
          <a:xfrm>
            <a:off x="587375" y="584200"/>
            <a:ext cx="10017900" cy="119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ru-RU"/>
              <a:t>Чистые функции</a:t>
            </a:r>
            <a:endParaRPr/>
          </a:p>
        </p:txBody>
      </p:sp>
      <p:pic>
        <p:nvPicPr>
          <p:cNvPr id="798" name="Google Shape;798;g3665e2fb9b3_3_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227501" y="583201"/>
            <a:ext cx="1377125" cy="13771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="0">
  <p:cSld>
    <p:spTree>
      <p:nvGrpSpPr>
        <p:cNvPr id="802" name="Shape 8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03" name="Google Shape;803;g3665e2fb9b3_3_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12192000" cy="6865620"/>
          </a:xfrm>
          <a:prstGeom prst="rect">
            <a:avLst/>
          </a:prstGeom>
          <a:noFill/>
          <a:ln>
            <a:noFill/>
          </a:ln>
        </p:spPr>
      </p:pic>
      <p:sp>
        <p:nvSpPr>
          <p:cNvPr id="804" name="Google Shape;804;g3665e2fb9b3_3_7"/>
          <p:cNvSpPr/>
          <p:nvPr/>
        </p:nvSpPr>
        <p:spPr>
          <a:xfrm>
            <a:off x="527750" y="5570850"/>
            <a:ext cx="5753400" cy="677100"/>
          </a:xfrm>
          <a:prstGeom prst="rect">
            <a:avLst/>
          </a:prstGeom>
          <a:solidFill>
            <a:schemeClr val="lt2"/>
          </a:solidFill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805" name="Google Shape;805;g3665e2fb9b3_3_7"/>
          <p:cNvSpPr txBox="1"/>
          <p:nvPr/>
        </p:nvSpPr>
        <p:spPr>
          <a:xfrm>
            <a:off x="639250" y="5570850"/>
            <a:ext cx="5582400" cy="67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3200">
                <a:solidFill>
                  <a:srgbClr val="EA9999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Не все может быть чистым</a:t>
            </a:r>
            <a:endParaRPr sz="3200">
              <a:solidFill>
                <a:srgbClr val="EA9999"/>
              </a:solidFill>
              <a:highlight>
                <a:srgbClr val="1E1E1E"/>
              </a:highlight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="0">
  <p:cSld>
    <p:spTree>
      <p:nvGrpSpPr>
        <p:cNvPr id="809" name="Shape 8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10" name="Google Shape;810;g3665e2fb9b3_3_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227501" y="583201"/>
            <a:ext cx="1377125" cy="1377150"/>
          </a:xfrm>
          <a:prstGeom prst="rect">
            <a:avLst/>
          </a:prstGeom>
          <a:noFill/>
          <a:ln>
            <a:noFill/>
          </a:ln>
        </p:spPr>
      </p:pic>
      <p:sp>
        <p:nvSpPr>
          <p:cNvPr id="811" name="Google Shape;811;g3665e2fb9b3_3_15"/>
          <p:cNvSpPr/>
          <p:nvPr/>
        </p:nvSpPr>
        <p:spPr>
          <a:xfrm>
            <a:off x="3396000" y="729000"/>
            <a:ext cx="5400000" cy="5400000"/>
          </a:xfrm>
          <a:prstGeom prst="ellipse">
            <a:avLst/>
          </a:prstGeom>
          <a:solidFill>
            <a:schemeClr val="dk2"/>
          </a:solidFill>
          <a:ln cap="flat" cmpd="sng" w="9525">
            <a:solidFill>
              <a:srgbClr val="CCCCC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812" name="Google Shape;812;g3665e2fb9b3_3_15"/>
          <p:cNvSpPr/>
          <p:nvPr/>
        </p:nvSpPr>
        <p:spPr>
          <a:xfrm>
            <a:off x="4656000" y="1989000"/>
            <a:ext cx="2880000" cy="2880000"/>
          </a:xfrm>
          <a:prstGeom prst="ellipse">
            <a:avLst/>
          </a:prstGeom>
          <a:solidFill>
            <a:srgbClr val="43434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813" name="Google Shape;813;g3665e2fb9b3_3_15"/>
          <p:cNvSpPr txBox="1"/>
          <p:nvPr/>
        </p:nvSpPr>
        <p:spPr>
          <a:xfrm>
            <a:off x="5057100" y="2690250"/>
            <a:ext cx="2077800" cy="1477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ru-RU" sz="28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Логика</a:t>
            </a:r>
            <a:endParaRPr b="1" sz="280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ru-RU" sz="28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Чистые</a:t>
            </a:r>
            <a:endParaRPr b="1" sz="280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ru-RU" sz="28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функции</a:t>
            </a:r>
            <a:endParaRPr b="1" sz="280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814" name="Google Shape;814;g3665e2fb9b3_3_15"/>
          <p:cNvSpPr txBox="1"/>
          <p:nvPr/>
        </p:nvSpPr>
        <p:spPr>
          <a:xfrm>
            <a:off x="4606200" y="1187244"/>
            <a:ext cx="2979600" cy="615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ru-RU" sz="28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rPr>
              <a:t>Side-эффекты</a:t>
            </a:r>
            <a:endParaRPr b="1" sz="2800">
              <a:solidFill>
                <a:schemeClr val="lt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="0">
  <p:cSld>
    <p:spTree>
      <p:nvGrpSpPr>
        <p:cNvPr id="818" name="Shape 8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9" name="Google Shape;819;g3665e2fb9b3_3_24"/>
          <p:cNvSpPr txBox="1"/>
          <p:nvPr>
            <p:ph type="title"/>
          </p:nvPr>
        </p:nvSpPr>
        <p:spPr>
          <a:xfrm>
            <a:off x="587375" y="584200"/>
            <a:ext cx="10017900" cy="119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ru-RU"/>
              <a:t>Зависимости</a:t>
            </a:r>
            <a:endParaRPr/>
          </a:p>
        </p:txBody>
      </p:sp>
      <p:pic>
        <p:nvPicPr>
          <p:cNvPr id="820" name="Google Shape;820;g3665e2fb9b3_3_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227501" y="583201"/>
            <a:ext cx="1377125" cy="13771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="0">
  <p:cSld>
    <p:spTree>
      <p:nvGrpSpPr>
        <p:cNvPr id="824" name="Shape 8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5" name="Google Shape;825;g3665e2fb9b3_3_29"/>
          <p:cNvSpPr txBox="1"/>
          <p:nvPr>
            <p:ph type="title"/>
          </p:nvPr>
        </p:nvSpPr>
        <p:spPr>
          <a:xfrm>
            <a:off x="587375" y="584200"/>
            <a:ext cx="10017900" cy="119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ru-RU"/>
              <a:t>Устранение 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ru-RU"/>
              <a:t>зависимостей</a:t>
            </a:r>
            <a:endParaRPr/>
          </a:p>
        </p:txBody>
      </p:sp>
      <p:pic>
        <p:nvPicPr>
          <p:cNvPr id="826" name="Google Shape;826;g3665e2fb9b3_3_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227501" y="583201"/>
            <a:ext cx="1377125" cy="1377150"/>
          </a:xfrm>
          <a:prstGeom prst="rect">
            <a:avLst/>
          </a:prstGeom>
          <a:noFill/>
          <a:ln>
            <a:noFill/>
          </a:ln>
        </p:spPr>
      </p:pic>
      <p:sp>
        <p:nvSpPr>
          <p:cNvPr id="827" name="Google Shape;827;g3665e2fb9b3_3_29"/>
          <p:cNvSpPr txBox="1"/>
          <p:nvPr/>
        </p:nvSpPr>
        <p:spPr>
          <a:xfrm>
            <a:off x="587375" y="3137775"/>
            <a:ext cx="3883200" cy="2339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0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Поставщик данных</a:t>
            </a:r>
            <a:endParaRPr sz="200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Arial"/>
              <a:buNone/>
            </a:pPr>
            <a:r>
              <a:t/>
            </a:r>
            <a:endParaRPr sz="200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0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Получатель результата</a:t>
            </a:r>
            <a:endParaRPr sz="200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Arial"/>
              <a:buNone/>
            </a:pPr>
            <a:r>
              <a:t/>
            </a:r>
            <a:endParaRPr sz="200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000">
                <a:solidFill>
                  <a:srgbClr val="A4C2F4"/>
                </a:solidFill>
                <a:latin typeface="Montserrat"/>
                <a:ea typeface="Montserrat"/>
                <a:cs typeface="Montserrat"/>
                <a:sym typeface="Montserrat"/>
              </a:rPr>
              <a:t>interface</a:t>
            </a:r>
            <a:endParaRPr sz="2000">
              <a:solidFill>
                <a:srgbClr val="A4C2F4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Arial"/>
              <a:buNone/>
            </a:pPr>
            <a:r>
              <a:t/>
            </a:r>
            <a:endParaRPr sz="200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828" name="Google Shape;828;g3665e2fb9b3_3_29"/>
          <p:cNvSpPr txBox="1"/>
          <p:nvPr/>
        </p:nvSpPr>
        <p:spPr>
          <a:xfrm>
            <a:off x="5822425" y="3137775"/>
            <a:ext cx="4258200" cy="2647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0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Данные</a:t>
            </a:r>
            <a:endParaRPr sz="200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Arial"/>
              <a:buNone/>
            </a:pPr>
            <a:r>
              <a:t/>
            </a:r>
            <a:endParaRPr sz="200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Arial"/>
              <a:buNone/>
            </a:pPr>
            <a:r>
              <a:rPr lang="ru-RU" sz="2000">
                <a:solidFill>
                  <a:srgbClr val="A4C2F4"/>
                </a:solidFill>
                <a:latin typeface="Montserrat"/>
                <a:ea typeface="Montserrat"/>
                <a:cs typeface="Montserrat"/>
                <a:sym typeface="Montserrat"/>
              </a:rPr>
              <a:t>return</a:t>
            </a:r>
            <a:endParaRPr sz="2000">
              <a:solidFill>
                <a:srgbClr val="A4C2F4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Arial"/>
              <a:buNone/>
            </a:pPr>
            <a:r>
              <a:rPr lang="ru-RU" sz="20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Func</a:t>
            </a:r>
            <a:endParaRPr sz="200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Arial"/>
              <a:buNone/>
            </a:pPr>
            <a:r>
              <a:t/>
            </a:r>
            <a:endParaRPr sz="200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pic>
        <p:nvPicPr>
          <p:cNvPr id="829" name="Google Shape;829;g3665e2fb9b3_3_2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856653" y="3082792"/>
            <a:ext cx="540000" cy="540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830" name="Google Shape;830;g3665e2fb9b3_3_2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856653" y="3692392"/>
            <a:ext cx="540000" cy="540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831" name="Google Shape;831;g3665e2fb9b3_3_2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856653" y="4301992"/>
            <a:ext cx="540000" cy="5400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="0">
  <p:cSld>
    <p:spTree>
      <p:nvGrpSpPr>
        <p:cNvPr id="835" name="Shape 8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6" name="Google Shape;836;g3665e2fb9b3_3_40"/>
          <p:cNvSpPr txBox="1"/>
          <p:nvPr>
            <p:ph type="title"/>
          </p:nvPr>
        </p:nvSpPr>
        <p:spPr>
          <a:xfrm>
            <a:off x="587375" y="584200"/>
            <a:ext cx="10017900" cy="119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ru-RU"/>
              <a:t>Слой внешних зависимостей</a:t>
            </a:r>
            <a:endParaRPr/>
          </a:p>
        </p:txBody>
      </p:sp>
      <p:pic>
        <p:nvPicPr>
          <p:cNvPr id="837" name="Google Shape;837;g3665e2fb9b3_3_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227501" y="583201"/>
            <a:ext cx="1377125" cy="1377150"/>
          </a:xfrm>
          <a:prstGeom prst="rect">
            <a:avLst/>
          </a:prstGeom>
          <a:noFill/>
          <a:ln>
            <a:noFill/>
          </a:ln>
        </p:spPr>
      </p:pic>
      <p:sp>
        <p:nvSpPr>
          <p:cNvPr id="838" name="Google Shape;838;g3665e2fb9b3_3_40"/>
          <p:cNvSpPr/>
          <p:nvPr/>
        </p:nvSpPr>
        <p:spPr>
          <a:xfrm>
            <a:off x="587372" y="2706825"/>
            <a:ext cx="2880000" cy="32400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839" name="Google Shape;839;g3665e2fb9b3_3_40"/>
          <p:cNvSpPr/>
          <p:nvPr/>
        </p:nvSpPr>
        <p:spPr>
          <a:xfrm>
            <a:off x="947372" y="3066825"/>
            <a:ext cx="2160000" cy="2520000"/>
          </a:xfrm>
          <a:prstGeom prst="rect">
            <a:avLst/>
          </a:prstGeom>
          <a:solidFill>
            <a:srgbClr val="43434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840" name="Google Shape;840;g3665e2fb9b3_3_40"/>
          <p:cNvSpPr txBox="1"/>
          <p:nvPr/>
        </p:nvSpPr>
        <p:spPr>
          <a:xfrm>
            <a:off x="3881350" y="3156975"/>
            <a:ext cx="5696400" cy="2339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8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БД</a:t>
            </a:r>
            <a:endParaRPr sz="280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8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Файловая система</a:t>
            </a:r>
            <a:endParaRPr sz="280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800">
                <a:solidFill>
                  <a:srgbClr val="A4C2F4"/>
                </a:solidFill>
                <a:latin typeface="Montserrat"/>
                <a:ea typeface="Montserrat"/>
                <a:cs typeface="Montserrat"/>
                <a:sym typeface="Montserrat"/>
              </a:rPr>
              <a:t>Http</a:t>
            </a:r>
            <a:r>
              <a:rPr lang="ru-RU" sz="28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-клиент</a:t>
            </a:r>
            <a:endParaRPr sz="280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8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Пользователь</a:t>
            </a:r>
            <a:endParaRPr sz="280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8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…</a:t>
            </a:r>
            <a:endParaRPr sz="280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="0">
  <p:cSld>
    <p:spTree>
      <p:nvGrpSpPr>
        <p:cNvPr id="844" name="Shape 8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5" name="Google Shape;845;g3665e2fb9b3_3_53"/>
          <p:cNvSpPr txBox="1"/>
          <p:nvPr>
            <p:ph type="title"/>
          </p:nvPr>
        </p:nvSpPr>
        <p:spPr>
          <a:xfrm>
            <a:off x="587375" y="584200"/>
            <a:ext cx="10017900" cy="119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ru-RU"/>
              <a:t>Command query separation</a:t>
            </a:r>
            <a:endParaRPr/>
          </a:p>
        </p:txBody>
      </p:sp>
      <p:pic>
        <p:nvPicPr>
          <p:cNvPr id="846" name="Google Shape;846;g3665e2fb9b3_3_5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227501" y="583201"/>
            <a:ext cx="1377125" cy="1377150"/>
          </a:xfrm>
          <a:prstGeom prst="rect">
            <a:avLst/>
          </a:prstGeom>
          <a:noFill/>
          <a:ln>
            <a:noFill/>
          </a:ln>
        </p:spPr>
      </p:pic>
      <p:sp>
        <p:nvSpPr>
          <p:cNvPr id="847" name="Google Shape;847;g3665e2fb9b3_3_53"/>
          <p:cNvSpPr/>
          <p:nvPr/>
        </p:nvSpPr>
        <p:spPr>
          <a:xfrm>
            <a:off x="4156322" y="2501350"/>
            <a:ext cx="2880000" cy="32400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848" name="Google Shape;848;g3665e2fb9b3_3_53"/>
          <p:cNvSpPr/>
          <p:nvPr/>
        </p:nvSpPr>
        <p:spPr>
          <a:xfrm>
            <a:off x="4516322" y="2861350"/>
            <a:ext cx="2160000" cy="2520000"/>
          </a:xfrm>
          <a:prstGeom prst="rect">
            <a:avLst/>
          </a:prstGeom>
          <a:solidFill>
            <a:srgbClr val="43434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849" name="Google Shape;849;g3665e2fb9b3_3_53"/>
          <p:cNvSpPr txBox="1"/>
          <p:nvPr/>
        </p:nvSpPr>
        <p:spPr>
          <a:xfrm>
            <a:off x="1827026" y="2951500"/>
            <a:ext cx="1451700" cy="2339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lang="ru-RU" sz="2800">
                <a:solidFill>
                  <a:srgbClr val="EA9999"/>
                </a:solidFill>
                <a:latin typeface="Montserrat"/>
                <a:ea typeface="Montserrat"/>
                <a:cs typeface="Montserrat"/>
                <a:sym typeface="Montserrat"/>
              </a:rPr>
              <a:t>Query</a:t>
            </a:r>
            <a:endParaRPr b="1" sz="2800">
              <a:solidFill>
                <a:srgbClr val="EA9999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80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8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Input</a:t>
            </a:r>
            <a:endParaRPr sz="280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8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Read</a:t>
            </a:r>
            <a:endParaRPr sz="280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8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Get</a:t>
            </a:r>
            <a:endParaRPr sz="280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850" name="Google Shape;850;g3665e2fb9b3_3_53"/>
          <p:cNvSpPr txBox="1"/>
          <p:nvPr/>
        </p:nvSpPr>
        <p:spPr>
          <a:xfrm>
            <a:off x="7991000" y="2951500"/>
            <a:ext cx="2490000" cy="2339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ru-RU" sz="2800">
                <a:solidFill>
                  <a:srgbClr val="EA9999"/>
                </a:solidFill>
                <a:latin typeface="Montserrat"/>
                <a:ea typeface="Montserrat"/>
                <a:cs typeface="Montserrat"/>
                <a:sym typeface="Montserrat"/>
              </a:rPr>
              <a:t>Command</a:t>
            </a:r>
            <a:endParaRPr b="1" sz="2800">
              <a:solidFill>
                <a:srgbClr val="EA9999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80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8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Output</a:t>
            </a:r>
            <a:endParaRPr sz="280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8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Write</a:t>
            </a:r>
            <a:endParaRPr sz="280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8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Post</a:t>
            </a:r>
            <a:endParaRPr sz="280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851" name="Google Shape;851;g3665e2fb9b3_3_53"/>
          <p:cNvSpPr/>
          <p:nvPr/>
        </p:nvSpPr>
        <p:spPr>
          <a:xfrm>
            <a:off x="3566894" y="4398445"/>
            <a:ext cx="855600" cy="288000"/>
          </a:xfrm>
          <a:prstGeom prst="rightArrow">
            <a:avLst>
              <a:gd fmla="val 50000" name="adj1"/>
              <a:gd fmla="val 50000" name="adj2"/>
            </a:avLst>
          </a:prstGeom>
          <a:solidFill>
            <a:srgbClr val="999999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852" name="Google Shape;852;g3665e2fb9b3_3_53"/>
          <p:cNvSpPr/>
          <p:nvPr/>
        </p:nvSpPr>
        <p:spPr>
          <a:xfrm>
            <a:off x="6801544" y="4398445"/>
            <a:ext cx="855600" cy="288000"/>
          </a:xfrm>
          <a:prstGeom prst="rightArrow">
            <a:avLst>
              <a:gd fmla="val 50000" name="adj1"/>
              <a:gd fmla="val 50000" name="adj2"/>
            </a:avLst>
          </a:prstGeom>
          <a:solidFill>
            <a:srgbClr val="999999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="0">
  <p:cSld>
    <p:spTree>
      <p:nvGrpSpPr>
        <p:cNvPr id="856" name="Shape 8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7" name="Google Shape;857;g3665e2fb9b3_3_65"/>
          <p:cNvSpPr txBox="1"/>
          <p:nvPr>
            <p:ph type="title"/>
          </p:nvPr>
        </p:nvSpPr>
        <p:spPr>
          <a:xfrm>
            <a:off x="587375" y="584200"/>
            <a:ext cx="10017900" cy="119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ru-RU"/>
              <a:t>Тестирование</a:t>
            </a:r>
            <a:endParaRPr/>
          </a:p>
        </p:txBody>
      </p:sp>
      <p:pic>
        <p:nvPicPr>
          <p:cNvPr id="858" name="Google Shape;858;g3665e2fb9b3_3_6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227501" y="583201"/>
            <a:ext cx="1377125" cy="13771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="0">
  <p:cSld>
    <p:spTree>
      <p:nvGrpSpPr>
        <p:cNvPr id="862" name="Shape 8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3" name="Google Shape;863;g3665e2fb9b3_3_70"/>
          <p:cNvSpPr txBox="1"/>
          <p:nvPr>
            <p:ph type="title"/>
          </p:nvPr>
        </p:nvSpPr>
        <p:spPr>
          <a:xfrm>
            <a:off x="587375" y="584200"/>
            <a:ext cx="10017900" cy="119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ru-RU"/>
              <a:t>State Unit Testing</a:t>
            </a:r>
            <a:endParaRPr/>
          </a:p>
        </p:txBody>
      </p:sp>
      <p:pic>
        <p:nvPicPr>
          <p:cNvPr id="864" name="Google Shape;864;g3665e2fb9b3_3_7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227501" y="583201"/>
            <a:ext cx="1377125" cy="1377150"/>
          </a:xfrm>
          <a:prstGeom prst="rect">
            <a:avLst/>
          </a:prstGeom>
          <a:noFill/>
          <a:ln>
            <a:noFill/>
          </a:ln>
        </p:spPr>
      </p:pic>
      <p:sp>
        <p:nvSpPr>
          <p:cNvPr id="865" name="Google Shape;865;g3665e2fb9b3_3_70"/>
          <p:cNvSpPr/>
          <p:nvPr/>
        </p:nvSpPr>
        <p:spPr>
          <a:xfrm>
            <a:off x="4805038" y="3041250"/>
            <a:ext cx="1666500" cy="7755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866" name="Google Shape;866;g3665e2fb9b3_3_70"/>
          <p:cNvSpPr txBox="1"/>
          <p:nvPr/>
        </p:nvSpPr>
        <p:spPr>
          <a:xfrm>
            <a:off x="5063488" y="3090450"/>
            <a:ext cx="1149600" cy="67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ru-RU" sz="32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rPr>
              <a:t>Unit</a:t>
            </a:r>
            <a:endParaRPr b="1" sz="3200">
              <a:solidFill>
                <a:schemeClr val="lt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pic>
        <p:nvPicPr>
          <p:cNvPr id="867" name="Google Shape;867;g3665e2fb9b3_3_70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3922177" y="3158992"/>
            <a:ext cx="540000" cy="540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868" name="Google Shape;868;g3665e2fb9b3_3_70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730454" y="3158992"/>
            <a:ext cx="540000" cy="540000"/>
          </a:xfrm>
          <a:prstGeom prst="rect">
            <a:avLst/>
          </a:prstGeom>
          <a:noFill/>
          <a:ln>
            <a:noFill/>
          </a:ln>
        </p:spPr>
      </p:pic>
      <p:sp>
        <p:nvSpPr>
          <p:cNvPr id="869" name="Google Shape;869;g3665e2fb9b3_3_70"/>
          <p:cNvSpPr txBox="1"/>
          <p:nvPr/>
        </p:nvSpPr>
        <p:spPr>
          <a:xfrm>
            <a:off x="-98027" y="3105525"/>
            <a:ext cx="3694500" cy="1970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lang="ru-RU" sz="2800">
                <a:solidFill>
                  <a:srgbClr val="EA9999"/>
                </a:solidFill>
                <a:latin typeface="Montserrat"/>
                <a:ea typeface="Montserrat"/>
                <a:cs typeface="Montserrat"/>
                <a:sym typeface="Montserrat"/>
              </a:rPr>
              <a:t>Input</a:t>
            </a:r>
            <a:endParaRPr b="1" sz="2800">
              <a:solidFill>
                <a:srgbClr val="EA9999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80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0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Values</a:t>
            </a:r>
            <a:endParaRPr sz="200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0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Functions</a:t>
            </a:r>
            <a:endParaRPr sz="200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0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Higher Order Functions</a:t>
            </a:r>
            <a:endParaRPr sz="200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870" name="Google Shape;870;g3665e2fb9b3_3_70"/>
          <p:cNvSpPr txBox="1"/>
          <p:nvPr/>
        </p:nvSpPr>
        <p:spPr>
          <a:xfrm>
            <a:off x="7643400" y="3150088"/>
            <a:ext cx="2490000" cy="1046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ru-RU" sz="2800">
                <a:solidFill>
                  <a:srgbClr val="EA9999"/>
                </a:solidFill>
                <a:latin typeface="Montserrat"/>
                <a:ea typeface="Montserrat"/>
                <a:cs typeface="Montserrat"/>
                <a:sym typeface="Montserrat"/>
              </a:rPr>
              <a:t>Output</a:t>
            </a:r>
            <a:endParaRPr b="1" sz="2800">
              <a:solidFill>
                <a:srgbClr val="EA9999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80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="0">
  <p:cSld>
    <p:spTree>
      <p:nvGrpSpPr>
        <p:cNvPr id="874" name="Shape 8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5" name="Google Shape;875;g3665e2fb9b3_3_84"/>
          <p:cNvSpPr txBox="1"/>
          <p:nvPr>
            <p:ph type="title"/>
          </p:nvPr>
        </p:nvSpPr>
        <p:spPr>
          <a:xfrm>
            <a:off x="587375" y="584200"/>
            <a:ext cx="10017900" cy="119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ru-RU"/>
              <a:t>Integration Testing</a:t>
            </a:r>
            <a:endParaRPr/>
          </a:p>
        </p:txBody>
      </p:sp>
      <p:pic>
        <p:nvPicPr>
          <p:cNvPr id="876" name="Google Shape;876;g3665e2fb9b3_3_8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227501" y="583201"/>
            <a:ext cx="1377125" cy="1377150"/>
          </a:xfrm>
          <a:prstGeom prst="rect">
            <a:avLst/>
          </a:prstGeom>
          <a:noFill/>
          <a:ln>
            <a:noFill/>
          </a:ln>
        </p:spPr>
      </p:pic>
      <p:sp>
        <p:nvSpPr>
          <p:cNvPr id="877" name="Google Shape;877;g3665e2fb9b3_3_84"/>
          <p:cNvSpPr/>
          <p:nvPr/>
        </p:nvSpPr>
        <p:spPr>
          <a:xfrm>
            <a:off x="1143122" y="2519175"/>
            <a:ext cx="2880000" cy="32400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878" name="Google Shape;878;g3665e2fb9b3_3_84"/>
          <p:cNvSpPr/>
          <p:nvPr/>
        </p:nvSpPr>
        <p:spPr>
          <a:xfrm>
            <a:off x="1503122" y="2879175"/>
            <a:ext cx="2160000" cy="2520000"/>
          </a:xfrm>
          <a:prstGeom prst="rect">
            <a:avLst/>
          </a:prstGeom>
          <a:solidFill>
            <a:srgbClr val="43434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879" name="Google Shape;879;g3665e2fb9b3_3_84"/>
          <p:cNvSpPr/>
          <p:nvPr/>
        </p:nvSpPr>
        <p:spPr>
          <a:xfrm>
            <a:off x="587363" y="4101650"/>
            <a:ext cx="855600" cy="288000"/>
          </a:xfrm>
          <a:prstGeom prst="rightArrow">
            <a:avLst>
              <a:gd fmla="val 50000" name="adj1"/>
              <a:gd fmla="val 50000" name="adj2"/>
            </a:avLst>
          </a:prstGeom>
          <a:solidFill>
            <a:srgbClr val="999999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880" name="Google Shape;880;g3665e2fb9b3_3_84"/>
          <p:cNvSpPr/>
          <p:nvPr/>
        </p:nvSpPr>
        <p:spPr>
          <a:xfrm>
            <a:off x="1503125" y="2879175"/>
            <a:ext cx="2160000" cy="838800"/>
          </a:xfrm>
          <a:prstGeom prst="rect">
            <a:avLst/>
          </a:prstGeom>
          <a:solidFill>
            <a:srgbClr val="434343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881" name="Google Shape;881;g3665e2fb9b3_3_84"/>
          <p:cNvSpPr/>
          <p:nvPr/>
        </p:nvSpPr>
        <p:spPr>
          <a:xfrm>
            <a:off x="1503125" y="3719775"/>
            <a:ext cx="2160000" cy="838800"/>
          </a:xfrm>
          <a:prstGeom prst="rect">
            <a:avLst/>
          </a:prstGeom>
          <a:solidFill>
            <a:srgbClr val="434343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882" name="Google Shape;882;g3665e2fb9b3_3_84"/>
          <p:cNvSpPr txBox="1"/>
          <p:nvPr/>
        </p:nvSpPr>
        <p:spPr>
          <a:xfrm>
            <a:off x="1863875" y="2990775"/>
            <a:ext cx="1438500" cy="615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8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Unit 1</a:t>
            </a:r>
            <a:endParaRPr sz="280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883" name="Google Shape;883;g3665e2fb9b3_3_84"/>
          <p:cNvSpPr txBox="1"/>
          <p:nvPr/>
        </p:nvSpPr>
        <p:spPr>
          <a:xfrm>
            <a:off x="1863875" y="3831375"/>
            <a:ext cx="1438500" cy="615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8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Unit 2</a:t>
            </a:r>
            <a:endParaRPr sz="280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884" name="Google Shape;884;g3665e2fb9b3_3_84"/>
          <p:cNvSpPr txBox="1"/>
          <p:nvPr/>
        </p:nvSpPr>
        <p:spPr>
          <a:xfrm>
            <a:off x="1863875" y="4671975"/>
            <a:ext cx="1438500" cy="615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8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Unit 3</a:t>
            </a:r>
            <a:endParaRPr sz="280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885" name="Google Shape;885;g3665e2fb9b3_3_84"/>
          <p:cNvSpPr txBox="1"/>
          <p:nvPr/>
        </p:nvSpPr>
        <p:spPr>
          <a:xfrm>
            <a:off x="5810600" y="3093675"/>
            <a:ext cx="5593800" cy="1908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8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~ 1-2 интеграционных теста с использованием тестовых заглушек или полноценной реализации</a:t>
            </a:r>
            <a:endParaRPr sz="280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886" name="Google Shape;886;g3665e2fb9b3_3_84"/>
          <p:cNvSpPr/>
          <p:nvPr/>
        </p:nvSpPr>
        <p:spPr>
          <a:xfrm>
            <a:off x="3822013" y="4101650"/>
            <a:ext cx="855600" cy="288000"/>
          </a:xfrm>
          <a:prstGeom prst="rightArrow">
            <a:avLst>
              <a:gd fmla="val 50000" name="adj1"/>
              <a:gd fmla="val 50000" name="adj2"/>
            </a:avLst>
          </a:prstGeom>
          <a:solidFill>
            <a:srgbClr val="999999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="0">
  <p:cSld>
    <p:spTree>
      <p:nvGrpSpPr>
        <p:cNvPr id="890" name="Shape 8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1" name="Google Shape;891;g3665e2fb9b3_3_105"/>
          <p:cNvSpPr txBox="1"/>
          <p:nvPr>
            <p:ph type="title"/>
          </p:nvPr>
        </p:nvSpPr>
        <p:spPr>
          <a:xfrm>
            <a:off x="587375" y="584200"/>
            <a:ext cx="10017900" cy="119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ru-RU"/>
              <a:t>Понятность и 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ru-RU"/>
              <a:t>декомпозиция</a:t>
            </a:r>
            <a:endParaRPr/>
          </a:p>
        </p:txBody>
      </p:sp>
      <p:pic>
        <p:nvPicPr>
          <p:cNvPr id="892" name="Google Shape;892;g3665e2fb9b3_3_10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227501" y="583201"/>
            <a:ext cx="1377125" cy="13771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="0">
  <p:cSld>
    <p:spTree>
      <p:nvGrpSpPr>
        <p:cNvPr id="896" name="Shape 8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7" name="Google Shape;897;g3665e2fb9b3_3_110"/>
          <p:cNvSpPr txBox="1"/>
          <p:nvPr>
            <p:ph type="title"/>
          </p:nvPr>
        </p:nvSpPr>
        <p:spPr>
          <a:xfrm>
            <a:off x="587375" y="584200"/>
            <a:ext cx="10017900" cy="119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ru-RU"/>
              <a:t>Понятность</a:t>
            </a:r>
            <a:endParaRPr/>
          </a:p>
        </p:txBody>
      </p:sp>
      <p:sp>
        <p:nvSpPr>
          <p:cNvPr id="898" name="Google Shape;898;g3665e2fb9b3_3_110"/>
          <p:cNvSpPr txBox="1"/>
          <p:nvPr/>
        </p:nvSpPr>
        <p:spPr>
          <a:xfrm>
            <a:off x="587375" y="2089075"/>
            <a:ext cx="6575400" cy="4017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Arial"/>
              <a:buNone/>
            </a:pPr>
            <a:r>
              <a:rPr lang="ru-RU" sz="2100">
                <a:solidFill>
                  <a:srgbClr val="569CD6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var</a:t>
            </a:r>
            <a:r>
              <a:rPr lang="ru-RU" sz="2100">
                <a:solidFill>
                  <a:srgbClr val="D4D4D4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ru-RU" sz="2100">
                <a:solidFill>
                  <a:srgbClr val="9CDCFE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count</a:t>
            </a:r>
            <a:r>
              <a:rPr lang="ru-RU" sz="2100">
                <a:solidFill>
                  <a:srgbClr val="D4D4D4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 = </a:t>
            </a:r>
            <a:r>
              <a:rPr lang="ru-RU" sz="2100">
                <a:solidFill>
                  <a:srgbClr val="B5CEA8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0</a:t>
            </a:r>
            <a:r>
              <a:rPr lang="ru-RU" sz="2100">
                <a:solidFill>
                  <a:srgbClr val="D4D4D4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;</a:t>
            </a:r>
            <a:endParaRPr sz="2100">
              <a:solidFill>
                <a:srgbClr val="D4D4D4"/>
              </a:solidFill>
              <a:highlight>
                <a:srgbClr val="1E1E1E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Arial"/>
              <a:buNone/>
            </a:pPr>
            <a:r>
              <a:rPr lang="ru-RU" sz="2100">
                <a:solidFill>
                  <a:srgbClr val="C586C0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for</a:t>
            </a:r>
            <a:r>
              <a:rPr lang="ru-RU" sz="2100">
                <a:solidFill>
                  <a:srgbClr val="D4D4D4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 (</a:t>
            </a:r>
            <a:r>
              <a:rPr lang="ru-RU" sz="2100">
                <a:solidFill>
                  <a:srgbClr val="569CD6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int</a:t>
            </a:r>
            <a:r>
              <a:rPr lang="ru-RU" sz="2100">
                <a:solidFill>
                  <a:srgbClr val="D4D4D4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ru-RU" sz="2100">
                <a:solidFill>
                  <a:srgbClr val="9CDCFE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i</a:t>
            </a:r>
            <a:r>
              <a:rPr lang="ru-RU" sz="2100">
                <a:solidFill>
                  <a:srgbClr val="D4D4D4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ru-RU" sz="2100">
                <a:solidFill>
                  <a:srgbClr val="B5CEA8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0</a:t>
            </a:r>
            <a:r>
              <a:rPr lang="ru-RU" sz="2100">
                <a:solidFill>
                  <a:srgbClr val="D4D4D4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; </a:t>
            </a:r>
            <a:r>
              <a:rPr lang="ru-RU" sz="2100">
                <a:solidFill>
                  <a:srgbClr val="9CDCFE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i</a:t>
            </a:r>
            <a:r>
              <a:rPr lang="ru-RU" sz="2100">
                <a:solidFill>
                  <a:srgbClr val="D4D4D4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&lt;</a:t>
            </a:r>
            <a:r>
              <a:rPr lang="ru-RU" sz="2100">
                <a:solidFill>
                  <a:srgbClr val="B5CEA8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100</a:t>
            </a:r>
            <a:r>
              <a:rPr lang="ru-RU" sz="2100">
                <a:solidFill>
                  <a:srgbClr val="D4D4D4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; </a:t>
            </a:r>
            <a:r>
              <a:rPr lang="ru-RU" sz="2100">
                <a:solidFill>
                  <a:srgbClr val="9CDCFE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i</a:t>
            </a:r>
            <a:r>
              <a:rPr lang="ru-RU" sz="2100">
                <a:solidFill>
                  <a:srgbClr val="D4D4D4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++) {</a:t>
            </a:r>
            <a:endParaRPr sz="2100">
              <a:solidFill>
                <a:srgbClr val="D4D4D4"/>
              </a:solidFill>
              <a:highlight>
                <a:srgbClr val="1E1E1E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Arial"/>
              <a:buNone/>
            </a:pPr>
            <a:r>
              <a:rPr lang="ru-RU" sz="2100">
                <a:solidFill>
                  <a:srgbClr val="D4D4D4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ru-RU" sz="2100">
                <a:solidFill>
                  <a:srgbClr val="C586C0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if</a:t>
            </a:r>
            <a:r>
              <a:rPr lang="ru-RU" sz="2100">
                <a:solidFill>
                  <a:srgbClr val="D4D4D4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 (</a:t>
            </a:r>
            <a:r>
              <a:rPr lang="ru-RU" sz="2100">
                <a:solidFill>
                  <a:srgbClr val="9CDCFE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i</a:t>
            </a:r>
            <a:r>
              <a:rPr lang="ru-RU" sz="2100">
                <a:solidFill>
                  <a:srgbClr val="D4D4D4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%</a:t>
            </a:r>
            <a:r>
              <a:rPr lang="ru-RU" sz="2100">
                <a:solidFill>
                  <a:srgbClr val="B5CEA8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3</a:t>
            </a:r>
            <a:r>
              <a:rPr lang="ru-RU" sz="2100">
                <a:solidFill>
                  <a:srgbClr val="D4D4D4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 != </a:t>
            </a:r>
            <a:r>
              <a:rPr lang="ru-RU" sz="2100">
                <a:solidFill>
                  <a:srgbClr val="B5CEA8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0</a:t>
            </a:r>
            <a:r>
              <a:rPr lang="ru-RU" sz="2100">
                <a:solidFill>
                  <a:srgbClr val="D4D4D4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) </a:t>
            </a:r>
            <a:r>
              <a:rPr lang="ru-RU" sz="2100">
                <a:solidFill>
                  <a:srgbClr val="C586C0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continue</a:t>
            </a:r>
            <a:r>
              <a:rPr lang="ru-RU" sz="2100">
                <a:solidFill>
                  <a:srgbClr val="D4D4D4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;</a:t>
            </a:r>
            <a:endParaRPr sz="2100">
              <a:solidFill>
                <a:srgbClr val="D4D4D4"/>
              </a:solidFill>
              <a:highlight>
                <a:srgbClr val="1E1E1E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Arial"/>
              <a:buNone/>
            </a:pPr>
            <a:r>
              <a:rPr lang="ru-RU" sz="2100">
                <a:solidFill>
                  <a:srgbClr val="D4D4D4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ru-RU" sz="2100">
                <a:solidFill>
                  <a:srgbClr val="C586C0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else</a:t>
            </a:r>
            <a:r>
              <a:rPr lang="ru-RU" sz="2100">
                <a:solidFill>
                  <a:srgbClr val="D4D4D4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ru-RU" sz="2100">
                <a:solidFill>
                  <a:srgbClr val="C586C0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if</a:t>
            </a:r>
            <a:r>
              <a:rPr lang="ru-RU" sz="2100">
                <a:solidFill>
                  <a:srgbClr val="D4D4D4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 (</a:t>
            </a:r>
            <a:r>
              <a:rPr lang="ru-RU" sz="2100">
                <a:solidFill>
                  <a:srgbClr val="9CDCFE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i</a:t>
            </a:r>
            <a:r>
              <a:rPr lang="ru-RU" sz="2100">
                <a:solidFill>
                  <a:srgbClr val="D4D4D4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%</a:t>
            </a:r>
            <a:r>
              <a:rPr lang="ru-RU" sz="2100">
                <a:solidFill>
                  <a:srgbClr val="B5CEA8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5</a:t>
            </a:r>
            <a:r>
              <a:rPr lang="ru-RU" sz="2100">
                <a:solidFill>
                  <a:srgbClr val="D4D4D4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 != </a:t>
            </a:r>
            <a:r>
              <a:rPr lang="ru-RU" sz="2100">
                <a:solidFill>
                  <a:srgbClr val="B5CEA8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0</a:t>
            </a:r>
            <a:r>
              <a:rPr lang="ru-RU" sz="2100">
                <a:solidFill>
                  <a:srgbClr val="D4D4D4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) </a:t>
            </a:r>
            <a:r>
              <a:rPr lang="ru-RU" sz="2100">
                <a:solidFill>
                  <a:srgbClr val="C586C0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continue</a:t>
            </a:r>
            <a:r>
              <a:rPr lang="ru-RU" sz="2100">
                <a:solidFill>
                  <a:srgbClr val="D4D4D4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;</a:t>
            </a:r>
            <a:endParaRPr sz="2100">
              <a:solidFill>
                <a:srgbClr val="D4D4D4"/>
              </a:solidFill>
              <a:highlight>
                <a:srgbClr val="1E1E1E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Arial"/>
              <a:buNone/>
            </a:pPr>
            <a:r>
              <a:rPr lang="ru-RU" sz="2100">
                <a:solidFill>
                  <a:srgbClr val="D4D4D4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ru-RU" sz="2100">
                <a:solidFill>
                  <a:srgbClr val="9CDCFE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count</a:t>
            </a:r>
            <a:r>
              <a:rPr lang="ru-RU" sz="2100">
                <a:solidFill>
                  <a:srgbClr val="D4D4D4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++;</a:t>
            </a:r>
            <a:endParaRPr sz="2100">
              <a:solidFill>
                <a:srgbClr val="D4D4D4"/>
              </a:solidFill>
              <a:highlight>
                <a:srgbClr val="1E1E1E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Arial"/>
              <a:buNone/>
            </a:pPr>
            <a:r>
              <a:rPr lang="ru-RU" sz="2100">
                <a:solidFill>
                  <a:srgbClr val="D4D4D4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}</a:t>
            </a:r>
            <a:endParaRPr sz="2100">
              <a:solidFill>
                <a:srgbClr val="D4D4D4"/>
              </a:solidFill>
              <a:highlight>
                <a:srgbClr val="1E1E1E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Arial"/>
              <a:buNone/>
            </a:pPr>
            <a:r>
              <a:t/>
            </a:r>
            <a:endParaRPr sz="2100">
              <a:solidFill>
                <a:srgbClr val="D4D4D4"/>
              </a:solidFill>
              <a:highlight>
                <a:srgbClr val="1E1E1E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Arial"/>
              <a:buNone/>
            </a:pPr>
            <a:r>
              <a:rPr lang="ru-RU" sz="2100">
                <a:solidFill>
                  <a:srgbClr val="569CD6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var</a:t>
            </a:r>
            <a:r>
              <a:rPr lang="ru-RU" sz="2100">
                <a:solidFill>
                  <a:srgbClr val="D4D4D4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ru-RU" sz="2100">
                <a:solidFill>
                  <a:srgbClr val="9CDCFE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count</a:t>
            </a:r>
            <a:r>
              <a:rPr lang="ru-RU" sz="2100">
                <a:solidFill>
                  <a:srgbClr val="D4D4D4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 = </a:t>
            </a:r>
            <a:r>
              <a:rPr lang="ru-RU" sz="2100">
                <a:solidFill>
                  <a:srgbClr val="9CDCFE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Enumerable</a:t>
            </a:r>
            <a:r>
              <a:rPr lang="ru-RU" sz="2100">
                <a:solidFill>
                  <a:srgbClr val="D4D4D4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ru-RU" sz="2100">
                <a:solidFill>
                  <a:srgbClr val="9CDCFE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Range</a:t>
            </a:r>
            <a:r>
              <a:rPr lang="ru-RU" sz="2100">
                <a:solidFill>
                  <a:srgbClr val="D4D4D4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ru-RU" sz="2100">
                <a:solidFill>
                  <a:srgbClr val="B5CEA8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0</a:t>
            </a:r>
            <a:r>
              <a:rPr lang="ru-RU" sz="2100">
                <a:solidFill>
                  <a:srgbClr val="D4D4D4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lang="ru-RU" sz="2100">
                <a:solidFill>
                  <a:srgbClr val="B5CEA8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100</a:t>
            </a:r>
            <a:r>
              <a:rPr lang="ru-RU" sz="2100">
                <a:solidFill>
                  <a:srgbClr val="D4D4D4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)</a:t>
            </a:r>
            <a:endParaRPr sz="2100">
              <a:solidFill>
                <a:srgbClr val="D4D4D4"/>
              </a:solidFill>
              <a:highlight>
                <a:srgbClr val="1E1E1E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100">
                <a:solidFill>
                  <a:srgbClr val="D4D4D4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    .</a:t>
            </a:r>
            <a:r>
              <a:rPr lang="ru-RU" sz="2100">
                <a:solidFill>
                  <a:srgbClr val="9CDCFE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Count</a:t>
            </a:r>
            <a:r>
              <a:rPr lang="ru-RU" sz="2100">
                <a:solidFill>
                  <a:srgbClr val="D4D4D4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ru-RU" sz="2100">
                <a:solidFill>
                  <a:srgbClr val="9CDCFE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i</a:t>
            </a:r>
            <a:r>
              <a:rPr lang="ru-RU" sz="2100">
                <a:solidFill>
                  <a:srgbClr val="D4D4D4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 =&gt; </a:t>
            </a:r>
            <a:r>
              <a:rPr lang="ru-RU" sz="2100">
                <a:solidFill>
                  <a:srgbClr val="9CDCFE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i</a:t>
            </a:r>
            <a:r>
              <a:rPr lang="ru-RU" sz="2100">
                <a:solidFill>
                  <a:srgbClr val="D4D4D4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%</a:t>
            </a:r>
            <a:r>
              <a:rPr lang="ru-RU" sz="2100">
                <a:solidFill>
                  <a:srgbClr val="B5CEA8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3</a:t>
            </a:r>
            <a:r>
              <a:rPr lang="ru-RU" sz="2100">
                <a:solidFill>
                  <a:srgbClr val="D4D4D4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 == </a:t>
            </a:r>
            <a:r>
              <a:rPr lang="ru-RU" sz="2100">
                <a:solidFill>
                  <a:srgbClr val="B5CEA8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0</a:t>
            </a:r>
            <a:r>
              <a:rPr lang="ru-RU" sz="2100">
                <a:solidFill>
                  <a:srgbClr val="D4D4D4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 &amp;&amp; </a:t>
            </a:r>
            <a:r>
              <a:rPr lang="ru-RU" sz="2100">
                <a:solidFill>
                  <a:srgbClr val="9CDCFE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i</a:t>
            </a:r>
            <a:r>
              <a:rPr lang="ru-RU" sz="2100">
                <a:solidFill>
                  <a:srgbClr val="D4D4D4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%</a:t>
            </a:r>
            <a:r>
              <a:rPr lang="ru-RU" sz="2100">
                <a:solidFill>
                  <a:srgbClr val="B5CEA8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5</a:t>
            </a:r>
            <a:r>
              <a:rPr lang="ru-RU" sz="2100">
                <a:solidFill>
                  <a:srgbClr val="D4D4D4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 == </a:t>
            </a:r>
            <a:r>
              <a:rPr lang="ru-RU" sz="2100">
                <a:solidFill>
                  <a:srgbClr val="B5CEA8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0</a:t>
            </a:r>
            <a:r>
              <a:rPr lang="ru-RU" sz="2100">
                <a:solidFill>
                  <a:srgbClr val="D4D4D4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)</a:t>
            </a:r>
            <a:endParaRPr sz="210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pic>
        <p:nvPicPr>
          <p:cNvPr id="899" name="Google Shape;899;g3665e2fb9b3_3_11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405531" y="584205"/>
            <a:ext cx="1199100" cy="11991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="0">
  <p:cSld>
    <p:spTree>
      <p:nvGrpSpPr>
        <p:cNvPr id="903" name="Shape 9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4" name="Google Shape;904;g3665e2fb9b3_3_117"/>
          <p:cNvSpPr txBox="1"/>
          <p:nvPr>
            <p:ph type="title"/>
          </p:nvPr>
        </p:nvSpPr>
        <p:spPr>
          <a:xfrm>
            <a:off x="587375" y="584200"/>
            <a:ext cx="10017900" cy="119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ru-RU"/>
              <a:t>Понятность</a:t>
            </a:r>
            <a:endParaRPr/>
          </a:p>
        </p:txBody>
      </p:sp>
      <p:pic>
        <p:nvPicPr>
          <p:cNvPr id="905" name="Google Shape;905;g3665e2fb9b3_3_1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227501" y="583201"/>
            <a:ext cx="1377125" cy="1377150"/>
          </a:xfrm>
          <a:prstGeom prst="rect">
            <a:avLst/>
          </a:prstGeom>
          <a:noFill/>
          <a:ln>
            <a:noFill/>
          </a:ln>
        </p:spPr>
      </p:pic>
      <p:pic>
        <p:nvPicPr>
          <p:cNvPr id="906" name="Google Shape;906;g3665e2fb9b3_3_117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87387" y="2898218"/>
            <a:ext cx="464734" cy="464734"/>
          </a:xfrm>
          <a:prstGeom prst="rect">
            <a:avLst/>
          </a:prstGeom>
          <a:noFill/>
          <a:ln>
            <a:noFill/>
          </a:ln>
        </p:spPr>
      </p:pic>
      <p:sp>
        <p:nvSpPr>
          <p:cNvPr id="907" name="Google Shape;907;g3665e2fb9b3_3_117"/>
          <p:cNvSpPr txBox="1"/>
          <p:nvPr/>
        </p:nvSpPr>
        <p:spPr>
          <a:xfrm>
            <a:off x="1203274" y="2985500"/>
            <a:ext cx="5383500" cy="725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ru-RU" sz="2000">
                <a:solidFill>
                  <a:srgbClr val="FEFFFE"/>
                </a:solidFill>
                <a:latin typeface="Montserrat"/>
                <a:ea typeface="Montserrat"/>
                <a:cs typeface="Montserrat"/>
                <a:sym typeface="Montserrat"/>
              </a:rPr>
              <a:t>Декларативность позволяет писать код, который читается как объясняется</a:t>
            </a:r>
            <a:endParaRPr sz="2000">
              <a:solidFill>
                <a:srgbClr val="A4C2F4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pic>
        <p:nvPicPr>
          <p:cNvPr id="908" name="Google Shape;908;g3665e2fb9b3_3_117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87387" y="3993843"/>
            <a:ext cx="464734" cy="464734"/>
          </a:xfrm>
          <a:prstGeom prst="rect">
            <a:avLst/>
          </a:prstGeom>
          <a:noFill/>
          <a:ln>
            <a:noFill/>
          </a:ln>
        </p:spPr>
      </p:pic>
      <p:sp>
        <p:nvSpPr>
          <p:cNvPr id="909" name="Google Shape;909;g3665e2fb9b3_3_117"/>
          <p:cNvSpPr txBox="1"/>
          <p:nvPr/>
        </p:nvSpPr>
        <p:spPr>
          <a:xfrm>
            <a:off x="1203270" y="4081125"/>
            <a:ext cx="5315100" cy="725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ru-RU" sz="2000">
                <a:solidFill>
                  <a:srgbClr val="FEFFFE"/>
                </a:solidFill>
                <a:latin typeface="Montserrat"/>
                <a:ea typeface="Montserrat"/>
                <a:cs typeface="Montserrat"/>
                <a:sym typeface="Montserrat"/>
              </a:rPr>
              <a:t>Чистые функции обеспечивают видимость потока данных</a:t>
            </a:r>
            <a:endParaRPr sz="2000">
              <a:solidFill>
                <a:srgbClr val="A4C2F4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="0">
  <p:cSld>
    <p:spTree>
      <p:nvGrpSpPr>
        <p:cNvPr id="913" name="Shape 9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4" name="Google Shape;914;g3665e2fb9b3_3_127"/>
          <p:cNvSpPr txBox="1"/>
          <p:nvPr>
            <p:ph type="title"/>
          </p:nvPr>
        </p:nvSpPr>
        <p:spPr>
          <a:xfrm>
            <a:off x="587375" y="584200"/>
            <a:ext cx="10017900" cy="119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ru-RU"/>
              <a:t>Декомпозиция</a:t>
            </a:r>
            <a:endParaRPr/>
          </a:p>
        </p:txBody>
      </p:sp>
      <p:pic>
        <p:nvPicPr>
          <p:cNvPr id="915" name="Google Shape;915;g3665e2fb9b3_3_1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227501" y="583201"/>
            <a:ext cx="1377125" cy="1377150"/>
          </a:xfrm>
          <a:prstGeom prst="rect">
            <a:avLst/>
          </a:prstGeom>
          <a:noFill/>
          <a:ln>
            <a:noFill/>
          </a:ln>
        </p:spPr>
      </p:pic>
      <p:pic>
        <p:nvPicPr>
          <p:cNvPr id="916" name="Google Shape;916;g3665e2fb9b3_3_127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87387" y="2898218"/>
            <a:ext cx="464734" cy="464734"/>
          </a:xfrm>
          <a:prstGeom prst="rect">
            <a:avLst/>
          </a:prstGeom>
          <a:noFill/>
          <a:ln>
            <a:noFill/>
          </a:ln>
        </p:spPr>
      </p:pic>
      <p:sp>
        <p:nvSpPr>
          <p:cNvPr id="917" name="Google Shape;917;g3665e2fb9b3_3_127"/>
          <p:cNvSpPr txBox="1"/>
          <p:nvPr/>
        </p:nvSpPr>
        <p:spPr>
          <a:xfrm>
            <a:off x="1203274" y="2985500"/>
            <a:ext cx="5383500" cy="725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ru-RU" sz="2000">
                <a:solidFill>
                  <a:srgbClr val="FEFFFE"/>
                </a:solidFill>
                <a:latin typeface="Montserrat"/>
                <a:ea typeface="Montserrat"/>
                <a:cs typeface="Montserrat"/>
                <a:sym typeface="Montserrat"/>
              </a:rPr>
              <a:t>Код разделяется на функции, имеющие смысл в предметной области</a:t>
            </a:r>
            <a:endParaRPr sz="2000">
              <a:solidFill>
                <a:srgbClr val="A4C2F4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pic>
        <p:nvPicPr>
          <p:cNvPr id="918" name="Google Shape;918;g3665e2fb9b3_3_127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87387" y="3993843"/>
            <a:ext cx="464734" cy="464734"/>
          </a:xfrm>
          <a:prstGeom prst="rect">
            <a:avLst/>
          </a:prstGeom>
          <a:noFill/>
          <a:ln>
            <a:noFill/>
          </a:ln>
        </p:spPr>
      </p:pic>
      <p:sp>
        <p:nvSpPr>
          <p:cNvPr id="919" name="Google Shape;919;g3665e2fb9b3_3_127"/>
          <p:cNvSpPr txBox="1"/>
          <p:nvPr/>
        </p:nvSpPr>
        <p:spPr>
          <a:xfrm>
            <a:off x="1203275" y="4081125"/>
            <a:ext cx="5463600" cy="725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ru-RU" sz="2000">
                <a:solidFill>
                  <a:srgbClr val="FEFFFE"/>
                </a:solidFill>
                <a:latin typeface="Montserrat"/>
                <a:ea typeface="Montserrat"/>
                <a:cs typeface="Montserrat"/>
                <a:sym typeface="Montserrat"/>
              </a:rPr>
              <a:t>Декларативность позволяет отделать код предметной области от кода движка</a:t>
            </a:r>
            <a:endParaRPr sz="2000">
              <a:solidFill>
                <a:srgbClr val="A4C2F4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="0">
  <p:cSld>
    <p:spTree>
      <p:nvGrpSpPr>
        <p:cNvPr id="923" name="Shape 9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4" name="Google Shape;924;g3665e2fb9b3_3_139"/>
          <p:cNvSpPr txBox="1"/>
          <p:nvPr>
            <p:ph type="title"/>
          </p:nvPr>
        </p:nvSpPr>
        <p:spPr>
          <a:xfrm>
            <a:off x="587375" y="584200"/>
            <a:ext cx="10017900" cy="119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ru-RU"/>
              <a:t>Декомпозиция</a:t>
            </a:r>
            <a:endParaRPr/>
          </a:p>
        </p:txBody>
      </p:sp>
      <p:pic>
        <p:nvPicPr>
          <p:cNvPr id="925" name="Google Shape;925;g3665e2fb9b3_3_1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227501" y="583201"/>
            <a:ext cx="1377125" cy="1377150"/>
          </a:xfrm>
          <a:prstGeom prst="rect">
            <a:avLst/>
          </a:prstGeom>
          <a:noFill/>
          <a:ln>
            <a:noFill/>
          </a:ln>
        </p:spPr>
      </p:pic>
      <p:sp>
        <p:nvSpPr>
          <p:cNvPr id="926" name="Google Shape;926;g3665e2fb9b3_3_139"/>
          <p:cNvSpPr/>
          <p:nvPr/>
        </p:nvSpPr>
        <p:spPr>
          <a:xfrm>
            <a:off x="2049188" y="2283125"/>
            <a:ext cx="8093700" cy="11991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927" name="Google Shape;927;g3665e2fb9b3_3_139"/>
          <p:cNvSpPr/>
          <p:nvPr/>
        </p:nvSpPr>
        <p:spPr>
          <a:xfrm>
            <a:off x="2049113" y="3482225"/>
            <a:ext cx="8093700" cy="2590800"/>
          </a:xfrm>
          <a:prstGeom prst="rect">
            <a:avLst/>
          </a:prstGeom>
          <a:solidFill>
            <a:srgbClr val="43434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928" name="Google Shape;928;g3665e2fb9b3_3_139"/>
          <p:cNvSpPr txBox="1"/>
          <p:nvPr/>
        </p:nvSpPr>
        <p:spPr>
          <a:xfrm>
            <a:off x="2808338" y="2609122"/>
            <a:ext cx="6575400" cy="615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ru-RU" sz="28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rPr>
              <a:t>Декларативная бизнес-логика</a:t>
            </a:r>
            <a:endParaRPr b="1" sz="2800">
              <a:solidFill>
                <a:schemeClr val="lt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929" name="Google Shape;929;g3665e2fb9b3_3_139"/>
          <p:cNvSpPr txBox="1"/>
          <p:nvPr/>
        </p:nvSpPr>
        <p:spPr>
          <a:xfrm>
            <a:off x="2214638" y="4254275"/>
            <a:ext cx="7762800" cy="1046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ru-RU" sz="28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Повторно используемый код</a:t>
            </a:r>
            <a:endParaRPr b="1" sz="280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8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(инфраструктура, предметная область)</a:t>
            </a:r>
            <a:endParaRPr sz="280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="0">
  <p:cSld>
    <p:spTree>
      <p:nvGrpSpPr>
        <p:cNvPr id="933" name="Shape 9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4" name="Google Shape;934;g3665e2fb9b3_3_152"/>
          <p:cNvSpPr txBox="1"/>
          <p:nvPr>
            <p:ph type="title"/>
          </p:nvPr>
        </p:nvSpPr>
        <p:spPr>
          <a:xfrm>
            <a:off x="587375" y="584200"/>
            <a:ext cx="10017900" cy="119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ru-RU"/>
              <a:t>Обработка ошибок</a:t>
            </a:r>
            <a:endParaRPr/>
          </a:p>
        </p:txBody>
      </p:sp>
      <p:pic>
        <p:nvPicPr>
          <p:cNvPr id="935" name="Google Shape;935;g3665e2fb9b3_3_15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227501" y="583201"/>
            <a:ext cx="1377125" cy="13771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39" name="Shape 9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0" name="Google Shape;940;g3665e2fb9b3_3_158"/>
          <p:cNvSpPr txBox="1"/>
          <p:nvPr>
            <p:ph type="title"/>
          </p:nvPr>
        </p:nvSpPr>
        <p:spPr>
          <a:xfrm>
            <a:off x="587375" y="584200"/>
            <a:ext cx="10017900" cy="119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ru-RU"/>
              <a:t>Недостатки исключений</a:t>
            </a:r>
            <a:endParaRPr/>
          </a:p>
        </p:txBody>
      </p:sp>
      <p:pic>
        <p:nvPicPr>
          <p:cNvPr id="941" name="Google Shape;941;g3665e2fb9b3_3_15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227501" y="583201"/>
            <a:ext cx="1377125" cy="1377150"/>
          </a:xfrm>
          <a:prstGeom prst="rect">
            <a:avLst/>
          </a:prstGeom>
          <a:noFill/>
          <a:ln>
            <a:noFill/>
          </a:ln>
        </p:spPr>
      </p:pic>
      <p:pic>
        <p:nvPicPr>
          <p:cNvPr id="942" name="Google Shape;942;g3665e2fb9b3_3_158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87387" y="2898218"/>
            <a:ext cx="464734" cy="464734"/>
          </a:xfrm>
          <a:prstGeom prst="rect">
            <a:avLst/>
          </a:prstGeom>
          <a:noFill/>
          <a:ln>
            <a:noFill/>
          </a:ln>
        </p:spPr>
      </p:pic>
      <p:sp>
        <p:nvSpPr>
          <p:cNvPr id="943" name="Google Shape;943;g3665e2fb9b3_3_158"/>
          <p:cNvSpPr txBox="1"/>
          <p:nvPr/>
        </p:nvSpPr>
        <p:spPr>
          <a:xfrm>
            <a:off x="1203274" y="2985500"/>
            <a:ext cx="5383500" cy="725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ru-RU" sz="2000">
                <a:solidFill>
                  <a:srgbClr val="FEFFFE"/>
                </a:solidFill>
                <a:latin typeface="Montserrat"/>
                <a:ea typeface="Montserrat"/>
                <a:cs typeface="Montserrat"/>
                <a:sym typeface="Montserrat"/>
              </a:rPr>
              <a:t>Логика, основанная на исключениях – хрупкая из-за своей неявности</a:t>
            </a:r>
            <a:endParaRPr sz="2000">
              <a:solidFill>
                <a:srgbClr val="A4C2F4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pic>
        <p:nvPicPr>
          <p:cNvPr id="944" name="Google Shape;944;g3665e2fb9b3_3_158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87387" y="3917643"/>
            <a:ext cx="464734" cy="464734"/>
          </a:xfrm>
          <a:prstGeom prst="rect">
            <a:avLst/>
          </a:prstGeom>
          <a:noFill/>
          <a:ln>
            <a:noFill/>
          </a:ln>
        </p:spPr>
      </p:pic>
      <p:sp>
        <p:nvSpPr>
          <p:cNvPr id="945" name="Google Shape;945;g3665e2fb9b3_3_158"/>
          <p:cNvSpPr txBox="1"/>
          <p:nvPr/>
        </p:nvSpPr>
        <p:spPr>
          <a:xfrm>
            <a:off x="1203275" y="4004925"/>
            <a:ext cx="54636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ru-RU" sz="2000">
                <a:solidFill>
                  <a:srgbClr val="FEFFFE"/>
                </a:solidFill>
                <a:latin typeface="Montserrat"/>
                <a:ea typeface="Montserrat"/>
                <a:cs typeface="Montserrat"/>
                <a:sym typeface="Montserrat"/>
              </a:rPr>
              <a:t>Компилятор не контролирует ошибки</a:t>
            </a:r>
            <a:endParaRPr sz="2000">
              <a:solidFill>
                <a:srgbClr val="A4C2F4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pic>
        <p:nvPicPr>
          <p:cNvPr id="946" name="Google Shape;946;g3665e2fb9b3_3_158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87387" y="4497821"/>
            <a:ext cx="464734" cy="464734"/>
          </a:xfrm>
          <a:prstGeom prst="rect">
            <a:avLst/>
          </a:prstGeom>
          <a:noFill/>
          <a:ln>
            <a:noFill/>
          </a:ln>
        </p:spPr>
      </p:pic>
      <p:sp>
        <p:nvSpPr>
          <p:cNvPr id="947" name="Google Shape;947;g3665e2fb9b3_3_158"/>
          <p:cNvSpPr txBox="1"/>
          <p:nvPr/>
        </p:nvSpPr>
        <p:spPr>
          <a:xfrm>
            <a:off x="1203275" y="4585103"/>
            <a:ext cx="54636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ru-RU" sz="2000">
                <a:solidFill>
                  <a:srgbClr val="FEFFFE"/>
                </a:solidFill>
                <a:latin typeface="Montserrat"/>
                <a:ea typeface="Montserrat"/>
                <a:cs typeface="Montserrat"/>
                <a:sym typeface="Montserrat"/>
              </a:rPr>
              <a:t>Программисту сложно заметить ошибку</a:t>
            </a:r>
            <a:endParaRPr sz="2000">
              <a:solidFill>
                <a:srgbClr val="A4C2F4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51" name="Shape 9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2" name="Google Shape;952;g3665e2fb9b3_7_2"/>
          <p:cNvSpPr txBox="1"/>
          <p:nvPr>
            <p:ph type="title"/>
          </p:nvPr>
        </p:nvSpPr>
        <p:spPr>
          <a:xfrm>
            <a:off x="587375" y="584200"/>
            <a:ext cx="10017900" cy="119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ru-RU" sz="4500"/>
              <a:t>Альтернатива исключениям</a:t>
            </a:r>
            <a:endParaRPr sz="4500"/>
          </a:p>
        </p:txBody>
      </p:sp>
      <p:pic>
        <p:nvPicPr>
          <p:cNvPr id="953" name="Google Shape;953;g3665e2fb9b3_7_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405531" y="584205"/>
            <a:ext cx="1199100" cy="1199100"/>
          </a:xfrm>
          <a:prstGeom prst="rect">
            <a:avLst/>
          </a:prstGeom>
          <a:noFill/>
          <a:ln>
            <a:noFill/>
          </a:ln>
        </p:spPr>
      </p:pic>
      <p:sp>
        <p:nvSpPr>
          <p:cNvPr id="954" name="Google Shape;954;g3665e2fb9b3_7_2"/>
          <p:cNvSpPr txBox="1"/>
          <p:nvPr/>
        </p:nvSpPr>
        <p:spPr>
          <a:xfrm>
            <a:off x="587375" y="1783300"/>
            <a:ext cx="5133600" cy="4456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Arial"/>
              <a:buNone/>
            </a:pPr>
            <a:r>
              <a:rPr lang="ru-RU" sz="2100">
                <a:solidFill>
                  <a:srgbClr val="569CD6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struct</a:t>
            </a:r>
            <a:r>
              <a:rPr lang="ru-RU" sz="2100">
                <a:solidFill>
                  <a:srgbClr val="D4D4D4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ru-RU" sz="2100">
                <a:solidFill>
                  <a:srgbClr val="86C691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Result</a:t>
            </a:r>
            <a:r>
              <a:rPr lang="ru-RU" sz="2100">
                <a:solidFill>
                  <a:srgbClr val="D4D4D4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&lt;</a:t>
            </a:r>
            <a:r>
              <a:rPr lang="ru-RU" sz="2100">
                <a:solidFill>
                  <a:srgbClr val="B8D7A3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T</a:t>
            </a:r>
            <a:r>
              <a:rPr lang="ru-RU" sz="2100">
                <a:solidFill>
                  <a:srgbClr val="D4D4D4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&gt; {</a:t>
            </a:r>
            <a:endParaRPr sz="2100">
              <a:solidFill>
                <a:srgbClr val="D4D4D4"/>
              </a:solidFill>
              <a:highlight>
                <a:srgbClr val="1E1E1E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Arial"/>
              <a:buNone/>
            </a:pPr>
            <a:r>
              <a:rPr lang="ru-RU" sz="2100">
                <a:solidFill>
                  <a:srgbClr val="D4D4D4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ru-RU" sz="2100">
                <a:solidFill>
                  <a:srgbClr val="569CD6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bool</a:t>
            </a:r>
            <a:r>
              <a:rPr lang="ru-RU" sz="2100">
                <a:solidFill>
                  <a:srgbClr val="D4D4D4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 IsSuccess { </a:t>
            </a:r>
            <a:r>
              <a:rPr lang="ru-RU" sz="2100">
                <a:solidFill>
                  <a:srgbClr val="569CD6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get</a:t>
            </a:r>
            <a:r>
              <a:rPr lang="ru-RU" sz="2100">
                <a:solidFill>
                  <a:srgbClr val="D4D4D4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; }</a:t>
            </a:r>
            <a:endParaRPr sz="2100">
              <a:solidFill>
                <a:srgbClr val="D4D4D4"/>
              </a:solidFill>
              <a:highlight>
                <a:srgbClr val="1E1E1E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Arial"/>
              <a:buNone/>
            </a:pPr>
            <a:r>
              <a:rPr lang="ru-RU" sz="2100">
                <a:solidFill>
                  <a:srgbClr val="D4D4D4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ru-RU" sz="2100">
                <a:solidFill>
                  <a:srgbClr val="B8D7A3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T</a:t>
            </a:r>
            <a:r>
              <a:rPr lang="ru-RU" sz="2100">
                <a:solidFill>
                  <a:srgbClr val="D4D4D4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ru-RU" sz="2100">
                <a:solidFill>
                  <a:srgbClr val="DCDCAA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GetValueOrThrow</a:t>
            </a:r>
            <a:r>
              <a:rPr lang="ru-RU" sz="2100">
                <a:solidFill>
                  <a:srgbClr val="D4D4D4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();</a:t>
            </a:r>
            <a:endParaRPr sz="2100">
              <a:solidFill>
                <a:srgbClr val="D4D4D4"/>
              </a:solidFill>
              <a:highlight>
                <a:srgbClr val="1E1E1E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Arial"/>
              <a:buNone/>
            </a:pPr>
            <a:r>
              <a:rPr lang="ru-RU" sz="2100">
                <a:solidFill>
                  <a:srgbClr val="D4D4D4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ru-RU" sz="2100">
                <a:solidFill>
                  <a:srgbClr val="569CD6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string</a:t>
            </a:r>
            <a:r>
              <a:rPr lang="ru-RU" sz="2100">
                <a:solidFill>
                  <a:srgbClr val="D4D4D4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 Error { </a:t>
            </a:r>
            <a:r>
              <a:rPr lang="ru-RU" sz="2100">
                <a:solidFill>
                  <a:srgbClr val="569CD6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get</a:t>
            </a:r>
            <a:r>
              <a:rPr lang="ru-RU" sz="2100">
                <a:solidFill>
                  <a:srgbClr val="D4D4D4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; }</a:t>
            </a:r>
            <a:endParaRPr sz="2100">
              <a:solidFill>
                <a:srgbClr val="D4D4D4"/>
              </a:solidFill>
              <a:highlight>
                <a:srgbClr val="1E1E1E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Arial"/>
              <a:buNone/>
            </a:pPr>
            <a:r>
              <a:rPr lang="ru-RU" sz="2100">
                <a:solidFill>
                  <a:srgbClr val="D4D4D4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}</a:t>
            </a:r>
            <a:endParaRPr sz="2100">
              <a:solidFill>
                <a:srgbClr val="D4D4D4"/>
              </a:solidFill>
              <a:highlight>
                <a:srgbClr val="1E1E1E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Arial"/>
              <a:buNone/>
            </a:pPr>
            <a:r>
              <a:t/>
            </a:r>
            <a:endParaRPr sz="2100">
              <a:solidFill>
                <a:srgbClr val="D4D4D4"/>
              </a:solidFill>
              <a:highlight>
                <a:srgbClr val="1E1E1E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Arial"/>
              <a:buNone/>
            </a:pPr>
            <a:r>
              <a:rPr lang="ru-RU" sz="2100">
                <a:solidFill>
                  <a:srgbClr val="569CD6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struct</a:t>
            </a:r>
            <a:r>
              <a:rPr lang="ru-RU" sz="2100">
                <a:solidFill>
                  <a:srgbClr val="D4D4D4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ru-RU" sz="2100">
                <a:solidFill>
                  <a:srgbClr val="86C691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Result</a:t>
            </a:r>
            <a:r>
              <a:rPr lang="ru-RU" sz="2100">
                <a:solidFill>
                  <a:srgbClr val="D4D4D4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 {</a:t>
            </a:r>
            <a:endParaRPr sz="2100">
              <a:solidFill>
                <a:srgbClr val="D4D4D4"/>
              </a:solidFill>
              <a:highlight>
                <a:srgbClr val="1E1E1E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Arial"/>
              <a:buNone/>
            </a:pPr>
            <a:r>
              <a:rPr lang="ru-RU" sz="2100">
                <a:solidFill>
                  <a:srgbClr val="D4D4D4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ru-RU" sz="2100">
                <a:solidFill>
                  <a:srgbClr val="569CD6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bool</a:t>
            </a:r>
            <a:r>
              <a:rPr lang="ru-RU" sz="2100">
                <a:solidFill>
                  <a:srgbClr val="D4D4D4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 IsSuccess { </a:t>
            </a:r>
            <a:r>
              <a:rPr lang="ru-RU" sz="2100">
                <a:solidFill>
                  <a:srgbClr val="569CD6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get</a:t>
            </a:r>
            <a:r>
              <a:rPr lang="ru-RU" sz="2100">
                <a:solidFill>
                  <a:srgbClr val="D4D4D4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; }</a:t>
            </a:r>
            <a:endParaRPr sz="2100">
              <a:solidFill>
                <a:srgbClr val="D4D4D4"/>
              </a:solidFill>
              <a:highlight>
                <a:srgbClr val="1E1E1E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Arial"/>
              <a:buNone/>
            </a:pPr>
            <a:r>
              <a:rPr lang="ru-RU" sz="2100">
                <a:solidFill>
                  <a:srgbClr val="D4D4D4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ru-RU" sz="2100">
                <a:solidFill>
                  <a:srgbClr val="569CD6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string</a:t>
            </a:r>
            <a:r>
              <a:rPr lang="ru-RU" sz="2100">
                <a:solidFill>
                  <a:srgbClr val="D4D4D4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 Error { </a:t>
            </a:r>
            <a:r>
              <a:rPr lang="ru-RU" sz="2100">
                <a:solidFill>
                  <a:srgbClr val="569CD6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get</a:t>
            </a:r>
            <a:r>
              <a:rPr lang="ru-RU" sz="2100">
                <a:solidFill>
                  <a:srgbClr val="D4D4D4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; }</a:t>
            </a:r>
            <a:endParaRPr sz="2100">
              <a:solidFill>
                <a:srgbClr val="D4D4D4"/>
              </a:solidFill>
              <a:highlight>
                <a:srgbClr val="1E1E1E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100">
                <a:solidFill>
                  <a:srgbClr val="D4D4D4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}</a:t>
            </a:r>
            <a:endParaRPr sz="210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58" name="Shape 9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9" name="Google Shape;959;g3665e2fb9b3_7_16"/>
          <p:cNvSpPr txBox="1"/>
          <p:nvPr>
            <p:ph type="title"/>
          </p:nvPr>
        </p:nvSpPr>
        <p:spPr>
          <a:xfrm>
            <a:off x="587375" y="584200"/>
            <a:ext cx="10017900" cy="119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ru-RU" sz="4500"/>
              <a:t>Then &amp; OnFail</a:t>
            </a:r>
            <a:endParaRPr sz="4500"/>
          </a:p>
        </p:txBody>
      </p:sp>
      <p:pic>
        <p:nvPicPr>
          <p:cNvPr id="960" name="Google Shape;960;g3665e2fb9b3_7_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405531" y="584205"/>
            <a:ext cx="1199100" cy="1199100"/>
          </a:xfrm>
          <a:prstGeom prst="rect">
            <a:avLst/>
          </a:prstGeom>
          <a:noFill/>
          <a:ln>
            <a:noFill/>
          </a:ln>
        </p:spPr>
      </p:pic>
      <p:sp>
        <p:nvSpPr>
          <p:cNvPr id="961" name="Google Shape;961;g3665e2fb9b3_7_16"/>
          <p:cNvSpPr txBox="1"/>
          <p:nvPr/>
        </p:nvSpPr>
        <p:spPr>
          <a:xfrm>
            <a:off x="587375" y="2423200"/>
            <a:ext cx="7522800" cy="226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100">
                <a:solidFill>
                  <a:srgbClr val="86C691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ReadAllBytes</a:t>
            </a:r>
            <a:r>
              <a:rPr lang="ru-RU" sz="2100">
                <a:solidFill>
                  <a:srgbClr val="D4D4D4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ru-RU" sz="2100">
                <a:solidFill>
                  <a:srgbClr val="9CDCFE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filename</a:t>
            </a:r>
            <a:r>
              <a:rPr lang="ru-RU" sz="2100">
                <a:solidFill>
                  <a:srgbClr val="D4D4D4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)</a:t>
            </a:r>
            <a:endParaRPr sz="2100">
              <a:solidFill>
                <a:srgbClr val="D4D4D4"/>
              </a:solidFill>
              <a:highlight>
                <a:srgbClr val="1E1E1E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100">
                <a:solidFill>
                  <a:srgbClr val="D4D4D4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  .</a:t>
            </a:r>
            <a:r>
              <a:rPr lang="ru-RU" sz="2100">
                <a:solidFill>
                  <a:srgbClr val="86C691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Then</a:t>
            </a:r>
            <a:r>
              <a:rPr lang="ru-RU" sz="2100">
                <a:solidFill>
                  <a:srgbClr val="D4D4D4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ru-RU" sz="2100">
                <a:solidFill>
                  <a:srgbClr val="9CDCFE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content</a:t>
            </a:r>
            <a:r>
              <a:rPr lang="ru-RU" sz="2100">
                <a:solidFill>
                  <a:srgbClr val="D4D4D4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 =&gt; </a:t>
            </a:r>
            <a:r>
              <a:rPr lang="ru-RU" sz="2100">
                <a:solidFill>
                  <a:srgbClr val="9CDCFE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Parse</a:t>
            </a:r>
            <a:r>
              <a:rPr lang="ru-RU" sz="2100">
                <a:solidFill>
                  <a:srgbClr val="D4D4D4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ru-RU" sz="2100">
                <a:solidFill>
                  <a:srgbClr val="9CDCFE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content</a:t>
            </a:r>
            <a:r>
              <a:rPr lang="ru-RU" sz="2100">
                <a:solidFill>
                  <a:srgbClr val="D4D4D4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))</a:t>
            </a:r>
            <a:endParaRPr sz="2100">
              <a:solidFill>
                <a:srgbClr val="D4D4D4"/>
              </a:solidFill>
              <a:highlight>
                <a:srgbClr val="1E1E1E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100">
                <a:solidFill>
                  <a:srgbClr val="D4D4D4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  .</a:t>
            </a:r>
            <a:r>
              <a:rPr lang="ru-RU" sz="2100">
                <a:solidFill>
                  <a:srgbClr val="86C691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Then</a:t>
            </a:r>
            <a:r>
              <a:rPr lang="ru-RU" sz="2100">
                <a:solidFill>
                  <a:srgbClr val="D4D4D4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ru-RU" sz="2100">
                <a:solidFill>
                  <a:srgbClr val="9CDCFE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doc</a:t>
            </a:r>
            <a:r>
              <a:rPr lang="ru-RU" sz="2100">
                <a:solidFill>
                  <a:srgbClr val="D4D4D4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 =&gt; </a:t>
            </a:r>
            <a:r>
              <a:rPr lang="ru-RU" sz="2100">
                <a:solidFill>
                  <a:srgbClr val="9CDCFE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Convert</a:t>
            </a:r>
            <a:r>
              <a:rPr lang="ru-RU" sz="2100">
                <a:solidFill>
                  <a:srgbClr val="D4D4D4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ru-RU" sz="2100">
                <a:solidFill>
                  <a:srgbClr val="9CDCFE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doc</a:t>
            </a:r>
            <a:r>
              <a:rPr lang="ru-RU" sz="2100">
                <a:solidFill>
                  <a:srgbClr val="D4D4D4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))</a:t>
            </a:r>
            <a:endParaRPr sz="2100">
              <a:solidFill>
                <a:srgbClr val="D4D4D4"/>
              </a:solidFill>
              <a:highlight>
                <a:srgbClr val="1E1E1E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100">
                <a:solidFill>
                  <a:srgbClr val="D4D4D4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  .</a:t>
            </a:r>
            <a:r>
              <a:rPr lang="ru-RU" sz="2100">
                <a:solidFill>
                  <a:srgbClr val="86C691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Then</a:t>
            </a:r>
            <a:r>
              <a:rPr lang="ru-RU" sz="2100">
                <a:solidFill>
                  <a:srgbClr val="D4D4D4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ru-RU" sz="2100">
                <a:solidFill>
                  <a:srgbClr val="9CDCFE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docV2</a:t>
            </a:r>
            <a:r>
              <a:rPr lang="ru-RU" sz="2100">
                <a:solidFill>
                  <a:srgbClr val="D4D4D4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 =&gt; </a:t>
            </a:r>
            <a:r>
              <a:rPr lang="ru-RU" sz="2100">
                <a:solidFill>
                  <a:srgbClr val="9CDCFE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Save</a:t>
            </a:r>
            <a:r>
              <a:rPr lang="ru-RU" sz="2100">
                <a:solidFill>
                  <a:srgbClr val="D4D4D4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ru-RU" sz="2100">
                <a:solidFill>
                  <a:srgbClr val="9CDCFE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filename</a:t>
            </a:r>
            <a:r>
              <a:rPr lang="ru-RU" sz="2100">
                <a:solidFill>
                  <a:srgbClr val="D4D4D4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lang="ru-RU" sz="2100">
                <a:solidFill>
                  <a:srgbClr val="9CDCFE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docV2</a:t>
            </a:r>
            <a:r>
              <a:rPr lang="ru-RU" sz="2100">
                <a:solidFill>
                  <a:srgbClr val="D4D4D4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))</a:t>
            </a:r>
            <a:endParaRPr sz="2100">
              <a:solidFill>
                <a:srgbClr val="D4D4D4"/>
              </a:solidFill>
              <a:highlight>
                <a:srgbClr val="1E1E1E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100">
                <a:solidFill>
                  <a:srgbClr val="D4D4D4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  .</a:t>
            </a:r>
            <a:r>
              <a:rPr lang="ru-RU" sz="2100">
                <a:solidFill>
                  <a:srgbClr val="86C691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OnFail</a:t>
            </a:r>
            <a:r>
              <a:rPr lang="ru-RU" sz="2100">
                <a:solidFill>
                  <a:srgbClr val="D4D4D4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ru-RU" sz="2100">
                <a:solidFill>
                  <a:srgbClr val="9CDCFE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r</a:t>
            </a:r>
            <a:r>
              <a:rPr lang="ru-RU" sz="2100">
                <a:solidFill>
                  <a:srgbClr val="D4D4D4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 =&gt; </a:t>
            </a:r>
            <a:r>
              <a:rPr lang="ru-RU" sz="2100">
                <a:solidFill>
                  <a:srgbClr val="9CDCFE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Console</a:t>
            </a:r>
            <a:r>
              <a:rPr lang="ru-RU" sz="2100">
                <a:solidFill>
                  <a:srgbClr val="D4D4D4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ru-RU" sz="2100">
                <a:solidFill>
                  <a:srgbClr val="9CDCFE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Write</a:t>
            </a:r>
            <a:r>
              <a:rPr lang="ru-RU" sz="2100">
                <a:solidFill>
                  <a:srgbClr val="D4D4D4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ru-RU" sz="2100">
                <a:solidFill>
                  <a:srgbClr val="CE9178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$"Error </a:t>
            </a:r>
            <a:r>
              <a:rPr lang="ru-RU" sz="2100">
                <a:solidFill>
                  <a:srgbClr val="D4D4D4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{</a:t>
            </a:r>
            <a:r>
              <a:rPr lang="ru-RU" sz="2100">
                <a:solidFill>
                  <a:srgbClr val="9CDCFE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r</a:t>
            </a:r>
            <a:r>
              <a:rPr lang="ru-RU" sz="2100">
                <a:solidFill>
                  <a:srgbClr val="D4D4D4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ru-RU" sz="2100">
                <a:solidFill>
                  <a:srgbClr val="9CDCFE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Error</a:t>
            </a:r>
            <a:r>
              <a:rPr lang="ru-RU" sz="2100">
                <a:solidFill>
                  <a:srgbClr val="D4D4D4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}</a:t>
            </a:r>
            <a:r>
              <a:rPr lang="ru-RU" sz="2100">
                <a:solidFill>
                  <a:srgbClr val="CE9178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"</a:t>
            </a:r>
            <a:r>
              <a:rPr lang="ru-RU" sz="2100">
                <a:solidFill>
                  <a:srgbClr val="D4D4D4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));</a:t>
            </a:r>
            <a:endParaRPr sz="210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65" name="Shape 9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6" name="Google Shape;966;g3665e2fb9b3_7_23"/>
          <p:cNvSpPr txBox="1"/>
          <p:nvPr>
            <p:ph type="title"/>
          </p:nvPr>
        </p:nvSpPr>
        <p:spPr>
          <a:xfrm>
            <a:off x="587375" y="584200"/>
            <a:ext cx="10017900" cy="119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ru-RU"/>
              <a:t>Зачем?</a:t>
            </a:r>
            <a:endParaRPr/>
          </a:p>
        </p:txBody>
      </p:sp>
      <p:pic>
        <p:nvPicPr>
          <p:cNvPr id="967" name="Google Shape;967;g3665e2fb9b3_7_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227501" y="583201"/>
            <a:ext cx="1377125" cy="1377150"/>
          </a:xfrm>
          <a:prstGeom prst="rect">
            <a:avLst/>
          </a:prstGeom>
          <a:noFill/>
          <a:ln>
            <a:noFill/>
          </a:ln>
        </p:spPr>
      </p:pic>
      <p:pic>
        <p:nvPicPr>
          <p:cNvPr id="968" name="Google Shape;968;g3665e2fb9b3_7_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87387" y="2898218"/>
            <a:ext cx="464734" cy="464734"/>
          </a:xfrm>
          <a:prstGeom prst="rect">
            <a:avLst/>
          </a:prstGeom>
          <a:noFill/>
          <a:ln>
            <a:noFill/>
          </a:ln>
        </p:spPr>
      </p:pic>
      <p:sp>
        <p:nvSpPr>
          <p:cNvPr id="969" name="Google Shape;969;g3665e2fb9b3_7_23"/>
          <p:cNvSpPr txBox="1"/>
          <p:nvPr/>
        </p:nvSpPr>
        <p:spPr>
          <a:xfrm>
            <a:off x="1203274" y="2985500"/>
            <a:ext cx="53835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ru-RU" sz="2000">
                <a:solidFill>
                  <a:srgbClr val="FEFFFE"/>
                </a:solidFill>
                <a:latin typeface="Montserrat"/>
                <a:ea typeface="Montserrat"/>
                <a:cs typeface="Montserrat"/>
                <a:sym typeface="Montserrat"/>
              </a:rPr>
              <a:t>Явность неудачного исхода</a:t>
            </a:r>
            <a:endParaRPr sz="2000">
              <a:solidFill>
                <a:srgbClr val="A4C2F4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pic>
        <p:nvPicPr>
          <p:cNvPr id="970" name="Google Shape;970;g3665e2fb9b3_7_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87387" y="3478267"/>
            <a:ext cx="464734" cy="464734"/>
          </a:xfrm>
          <a:prstGeom prst="rect">
            <a:avLst/>
          </a:prstGeom>
          <a:noFill/>
          <a:ln>
            <a:noFill/>
          </a:ln>
        </p:spPr>
      </p:pic>
      <p:sp>
        <p:nvSpPr>
          <p:cNvPr id="971" name="Google Shape;971;g3665e2fb9b3_7_23"/>
          <p:cNvSpPr txBox="1"/>
          <p:nvPr/>
        </p:nvSpPr>
        <p:spPr>
          <a:xfrm>
            <a:off x="1203275" y="3565550"/>
            <a:ext cx="64077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ru-RU" sz="2000">
                <a:solidFill>
                  <a:srgbClr val="FEFFFE"/>
                </a:solidFill>
                <a:latin typeface="Montserrat"/>
                <a:ea typeface="Montserrat"/>
                <a:cs typeface="Montserrat"/>
                <a:sym typeface="Montserrat"/>
              </a:rPr>
              <a:t>Не нужны перевыбросы с правильным типом</a:t>
            </a:r>
            <a:endParaRPr sz="2000">
              <a:solidFill>
                <a:srgbClr val="A4C2F4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pic>
        <p:nvPicPr>
          <p:cNvPr id="972" name="Google Shape;972;g3665e2fb9b3_7_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87387" y="4058445"/>
            <a:ext cx="464734" cy="464734"/>
          </a:xfrm>
          <a:prstGeom prst="rect">
            <a:avLst/>
          </a:prstGeom>
          <a:noFill/>
          <a:ln>
            <a:noFill/>
          </a:ln>
        </p:spPr>
      </p:pic>
      <p:sp>
        <p:nvSpPr>
          <p:cNvPr id="973" name="Google Shape;973;g3665e2fb9b3_7_23"/>
          <p:cNvSpPr txBox="1"/>
          <p:nvPr/>
        </p:nvSpPr>
        <p:spPr>
          <a:xfrm>
            <a:off x="1203275" y="4145725"/>
            <a:ext cx="61851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ru-RU" sz="2000">
                <a:solidFill>
                  <a:srgbClr val="FEFFFE"/>
                </a:solidFill>
                <a:latin typeface="Montserrat"/>
                <a:ea typeface="Montserrat"/>
                <a:cs typeface="Montserrat"/>
                <a:sym typeface="Montserrat"/>
              </a:rPr>
              <a:t>Сложнее забыть обработать исключение</a:t>
            </a:r>
            <a:endParaRPr sz="2000">
              <a:solidFill>
                <a:srgbClr val="A4C2F4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77" name="Shape 9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8" name="Google Shape;978;g3665e2fb9b3_7_34"/>
          <p:cNvSpPr txBox="1"/>
          <p:nvPr>
            <p:ph type="title"/>
          </p:nvPr>
        </p:nvSpPr>
        <p:spPr>
          <a:xfrm>
            <a:off x="587375" y="583200"/>
            <a:ext cx="10437300" cy="119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ru-RU"/>
              <a:t>Задача </a:t>
            </a:r>
            <a:r>
              <a:rPr lang="ru-RU">
                <a:solidFill>
                  <a:srgbClr val="EA9999"/>
                </a:solidFill>
              </a:rPr>
              <a:t>ErrorHandling</a:t>
            </a:r>
            <a:endParaRPr>
              <a:solidFill>
                <a:srgbClr val="EA9999"/>
              </a:solidFill>
            </a:endParaRPr>
          </a:p>
        </p:txBody>
      </p:sp>
      <p:sp>
        <p:nvSpPr>
          <p:cNvPr id="979" name="Google Shape;979;g3665e2fb9b3_7_34"/>
          <p:cNvSpPr txBox="1"/>
          <p:nvPr/>
        </p:nvSpPr>
        <p:spPr>
          <a:xfrm>
            <a:off x="587375" y="2425950"/>
            <a:ext cx="8726100" cy="1416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ru-RU" sz="20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Часть 1</a:t>
            </a:r>
            <a:endParaRPr b="1" sz="200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0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Реализовать все методы в классе </a:t>
            </a:r>
            <a:r>
              <a:rPr lang="ru-RU" sz="2000">
                <a:solidFill>
                  <a:srgbClr val="A4C2F4"/>
                </a:solidFill>
                <a:latin typeface="Montserrat"/>
                <a:ea typeface="Montserrat"/>
                <a:cs typeface="Montserrat"/>
                <a:sym typeface="Montserrat"/>
              </a:rPr>
              <a:t>Result</a:t>
            </a:r>
            <a:endParaRPr sz="2000">
              <a:solidFill>
                <a:srgbClr val="A4C2F4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0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Модульные тесты в файле </a:t>
            </a:r>
            <a:r>
              <a:rPr lang="ru-RU" sz="2000">
                <a:solidFill>
                  <a:srgbClr val="A4C2F4"/>
                </a:solidFill>
                <a:latin typeface="Montserrat"/>
                <a:ea typeface="Montserrat"/>
                <a:cs typeface="Montserrat"/>
                <a:sym typeface="Montserrat"/>
              </a:rPr>
              <a:t>Result_Should.cs</a:t>
            </a:r>
            <a:r>
              <a:rPr lang="ru-RU" sz="20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 должны проходить</a:t>
            </a:r>
            <a:endParaRPr sz="200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pic>
        <p:nvPicPr>
          <p:cNvPr id="980" name="Google Shape;980;g3665e2fb9b3_7_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505775" y="583200"/>
            <a:ext cx="1098850" cy="10988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84" name="Shape 9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5" name="Google Shape;985;g3665e2fb9b3_7_40"/>
          <p:cNvSpPr txBox="1"/>
          <p:nvPr>
            <p:ph type="title"/>
          </p:nvPr>
        </p:nvSpPr>
        <p:spPr>
          <a:xfrm>
            <a:off x="587375" y="583200"/>
            <a:ext cx="10437300" cy="119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ru-RU"/>
              <a:t>Задача </a:t>
            </a:r>
            <a:r>
              <a:rPr lang="ru-RU">
                <a:solidFill>
                  <a:srgbClr val="EA9999"/>
                </a:solidFill>
              </a:rPr>
              <a:t>ErrorHandling</a:t>
            </a:r>
            <a:endParaRPr>
              <a:solidFill>
                <a:srgbClr val="EA9999"/>
              </a:solidFill>
            </a:endParaRPr>
          </a:p>
        </p:txBody>
      </p:sp>
      <p:sp>
        <p:nvSpPr>
          <p:cNvPr id="986" name="Google Shape;986;g3665e2fb9b3_7_40"/>
          <p:cNvSpPr txBox="1"/>
          <p:nvPr/>
        </p:nvSpPr>
        <p:spPr>
          <a:xfrm>
            <a:off x="587375" y="2425950"/>
            <a:ext cx="8726100" cy="2955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ru-RU" sz="20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Часть 1</a:t>
            </a:r>
            <a:endParaRPr b="1" sz="200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0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Реализовать все методы в классе </a:t>
            </a:r>
            <a:r>
              <a:rPr lang="ru-RU" sz="2000">
                <a:solidFill>
                  <a:srgbClr val="A4C2F4"/>
                </a:solidFill>
                <a:latin typeface="Montserrat"/>
                <a:ea typeface="Montserrat"/>
                <a:cs typeface="Montserrat"/>
                <a:sym typeface="Montserrat"/>
              </a:rPr>
              <a:t>Result</a:t>
            </a:r>
            <a:endParaRPr sz="2000">
              <a:solidFill>
                <a:srgbClr val="A4C2F4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0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Модульные тесты в файле </a:t>
            </a:r>
            <a:r>
              <a:rPr lang="ru-RU" sz="2000">
                <a:solidFill>
                  <a:srgbClr val="A4C2F4"/>
                </a:solidFill>
                <a:latin typeface="Montserrat"/>
                <a:ea typeface="Montserrat"/>
                <a:cs typeface="Montserrat"/>
                <a:sym typeface="Montserrat"/>
              </a:rPr>
              <a:t>Result_Should.cs</a:t>
            </a:r>
            <a:r>
              <a:rPr lang="ru-RU" sz="20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 должны проходить</a:t>
            </a:r>
            <a:endParaRPr sz="200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ru-RU" sz="20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Часть 2</a:t>
            </a:r>
            <a:endParaRPr b="1" sz="200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Arial"/>
              <a:buNone/>
            </a:pPr>
            <a:r>
              <a:rPr lang="ru-RU" sz="20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Раскомментировать тесты</a:t>
            </a:r>
            <a:endParaRPr sz="200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pic>
        <p:nvPicPr>
          <p:cNvPr id="987" name="Google Shape;987;g3665e2fb9b3_7_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505775" y="583200"/>
            <a:ext cx="1098850" cy="10988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91" name="Shape 9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2" name="Google Shape;992;g3665e2fb9b3_7_47"/>
          <p:cNvSpPr txBox="1"/>
          <p:nvPr>
            <p:ph type="title"/>
          </p:nvPr>
        </p:nvSpPr>
        <p:spPr>
          <a:xfrm>
            <a:off x="587375" y="583200"/>
            <a:ext cx="10437300" cy="119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ru-RU"/>
              <a:t>Разбор задачи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ru-RU">
                <a:solidFill>
                  <a:srgbClr val="EA9999"/>
                </a:solidFill>
              </a:rPr>
              <a:t>ErrorHandling</a:t>
            </a:r>
            <a:endParaRPr>
              <a:solidFill>
                <a:srgbClr val="EA9999"/>
              </a:solidFill>
            </a:endParaRPr>
          </a:p>
        </p:txBody>
      </p:sp>
      <p:pic>
        <p:nvPicPr>
          <p:cNvPr id="993" name="Google Shape;993;g3665e2fb9b3_7_4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505775" y="583200"/>
            <a:ext cx="1098850" cy="1098850"/>
          </a:xfrm>
          <a:prstGeom prst="rect">
            <a:avLst/>
          </a:prstGeom>
          <a:noFill/>
          <a:ln>
            <a:noFill/>
          </a:ln>
        </p:spPr>
      </p:pic>
      <p:pic>
        <p:nvPicPr>
          <p:cNvPr id="994" name="Google Shape;994;g3665e2fb9b3_7_47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87387" y="2898218"/>
            <a:ext cx="464734" cy="464734"/>
          </a:xfrm>
          <a:prstGeom prst="rect">
            <a:avLst/>
          </a:prstGeom>
          <a:noFill/>
          <a:ln>
            <a:noFill/>
          </a:ln>
        </p:spPr>
      </p:pic>
      <p:sp>
        <p:nvSpPr>
          <p:cNvPr id="995" name="Google Shape;995;g3665e2fb9b3_7_47"/>
          <p:cNvSpPr txBox="1"/>
          <p:nvPr/>
        </p:nvSpPr>
        <p:spPr>
          <a:xfrm>
            <a:off x="1203274" y="2985500"/>
            <a:ext cx="5383500" cy="725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ru-RU" sz="2000">
                <a:solidFill>
                  <a:srgbClr val="FEFFFE"/>
                </a:solidFill>
                <a:latin typeface="Montserrat"/>
                <a:ea typeface="Montserrat"/>
                <a:cs typeface="Montserrat"/>
                <a:sym typeface="Montserrat"/>
              </a:rPr>
              <a:t>Обрабатывать ошибки можно явно, выстраивая вызовы методов в цепочки</a:t>
            </a:r>
            <a:endParaRPr sz="2000">
              <a:solidFill>
                <a:srgbClr val="A4C2F4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pic>
        <p:nvPicPr>
          <p:cNvPr id="996" name="Google Shape;996;g3665e2fb9b3_7_47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87387" y="3917643"/>
            <a:ext cx="464734" cy="464734"/>
          </a:xfrm>
          <a:prstGeom prst="rect">
            <a:avLst/>
          </a:prstGeom>
          <a:noFill/>
          <a:ln>
            <a:noFill/>
          </a:ln>
        </p:spPr>
      </p:pic>
      <p:sp>
        <p:nvSpPr>
          <p:cNvPr id="997" name="Google Shape;997;g3665e2fb9b3_7_47"/>
          <p:cNvSpPr txBox="1"/>
          <p:nvPr/>
        </p:nvSpPr>
        <p:spPr>
          <a:xfrm>
            <a:off x="1203275" y="4004925"/>
            <a:ext cx="54636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ru-RU" sz="2000">
                <a:solidFill>
                  <a:srgbClr val="A4C2F4"/>
                </a:solidFill>
                <a:latin typeface="Montserrat"/>
                <a:ea typeface="Montserrat"/>
                <a:cs typeface="Montserrat"/>
                <a:sym typeface="Montserrat"/>
              </a:rPr>
              <a:t>Railway Oriented Programming</a:t>
            </a:r>
            <a:endParaRPr sz="2000">
              <a:solidFill>
                <a:srgbClr val="A4C2F4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pic>
        <p:nvPicPr>
          <p:cNvPr id="998" name="Google Shape;998;g3665e2fb9b3_7_47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87387" y="4497821"/>
            <a:ext cx="464734" cy="464734"/>
          </a:xfrm>
          <a:prstGeom prst="rect">
            <a:avLst/>
          </a:prstGeom>
          <a:noFill/>
          <a:ln>
            <a:noFill/>
          </a:ln>
        </p:spPr>
      </p:pic>
      <p:sp>
        <p:nvSpPr>
          <p:cNvPr id="999" name="Google Shape;999;g3665e2fb9b3_7_47"/>
          <p:cNvSpPr txBox="1"/>
          <p:nvPr/>
        </p:nvSpPr>
        <p:spPr>
          <a:xfrm>
            <a:off x="1203275" y="4585103"/>
            <a:ext cx="5463600" cy="725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ru-RU" sz="2000">
                <a:solidFill>
                  <a:srgbClr val="FEFFFE"/>
                </a:solidFill>
                <a:latin typeface="Montserrat"/>
                <a:ea typeface="Montserrat"/>
                <a:cs typeface="Montserrat"/>
                <a:sym typeface="Montserrat"/>
              </a:rPr>
              <a:t>Синтаксис </a:t>
            </a:r>
            <a:r>
              <a:rPr lang="ru-RU" sz="2000">
                <a:solidFill>
                  <a:srgbClr val="A4C2F4"/>
                </a:solidFill>
                <a:latin typeface="Montserrat"/>
                <a:ea typeface="Montserrat"/>
                <a:cs typeface="Montserrat"/>
                <a:sym typeface="Montserrat"/>
              </a:rPr>
              <a:t>LINQ </a:t>
            </a:r>
            <a:r>
              <a:rPr lang="ru-RU" sz="2000">
                <a:solidFill>
                  <a:srgbClr val="FEFFFE"/>
                </a:solidFill>
                <a:latin typeface="Montserrat"/>
                <a:ea typeface="Montserrat"/>
                <a:cs typeface="Montserrat"/>
                <a:sym typeface="Montserrat"/>
              </a:rPr>
              <a:t>можно использовать для создания цепочек</a:t>
            </a:r>
            <a:endParaRPr sz="2000">
              <a:solidFill>
                <a:srgbClr val="A4C2F4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pic>
        <p:nvPicPr>
          <p:cNvPr id="1000" name="Google Shape;1000;g3665e2fb9b3_7_47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87387" y="5442531"/>
            <a:ext cx="464734" cy="464734"/>
          </a:xfrm>
          <a:prstGeom prst="rect">
            <a:avLst/>
          </a:prstGeom>
          <a:noFill/>
          <a:ln>
            <a:noFill/>
          </a:ln>
        </p:spPr>
      </p:pic>
      <p:sp>
        <p:nvSpPr>
          <p:cNvPr id="1001" name="Google Shape;1001;g3665e2fb9b3_7_47"/>
          <p:cNvSpPr txBox="1"/>
          <p:nvPr/>
        </p:nvSpPr>
        <p:spPr>
          <a:xfrm>
            <a:off x="1203275" y="5529814"/>
            <a:ext cx="54636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ru-RU" sz="2000">
                <a:solidFill>
                  <a:srgbClr val="A4C2F4"/>
                </a:solidFill>
                <a:latin typeface="Montserrat"/>
                <a:ea typeface="Montserrat"/>
                <a:cs typeface="Montserrat"/>
                <a:sym typeface="Montserrat"/>
              </a:rPr>
              <a:t>Result </a:t>
            </a:r>
            <a:r>
              <a:rPr lang="ru-RU" sz="2000">
                <a:solidFill>
                  <a:srgbClr val="FEFFFE"/>
                </a:solidFill>
                <a:latin typeface="Montserrat"/>
                <a:ea typeface="Montserrat"/>
                <a:cs typeface="Montserrat"/>
                <a:sym typeface="Montserrat"/>
              </a:rPr>
              <a:t>- это </a:t>
            </a:r>
            <a:r>
              <a:rPr lang="ru-RU" sz="2000">
                <a:solidFill>
                  <a:srgbClr val="A4C2F4"/>
                </a:solidFill>
                <a:latin typeface="Montserrat"/>
                <a:ea typeface="Montserrat"/>
                <a:cs typeface="Montserrat"/>
                <a:sym typeface="Montserrat"/>
              </a:rPr>
              <a:t>struct</a:t>
            </a:r>
            <a:endParaRPr sz="2000">
              <a:solidFill>
                <a:srgbClr val="A4C2F4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5" name="Shape 10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6" name="Google Shape;1006;g3665e2fb9b3_7_61"/>
          <p:cNvSpPr txBox="1"/>
          <p:nvPr>
            <p:ph type="title"/>
          </p:nvPr>
        </p:nvSpPr>
        <p:spPr>
          <a:xfrm>
            <a:off x="587375" y="583200"/>
            <a:ext cx="10437300" cy="119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ru-RU"/>
              <a:t>Задача </a:t>
            </a:r>
            <a:r>
              <a:rPr lang="ru-RU">
                <a:solidFill>
                  <a:srgbClr val="EA9999"/>
                </a:solidFill>
              </a:rPr>
              <a:t>FileSenderRailway</a:t>
            </a:r>
            <a:endParaRPr>
              <a:solidFill>
                <a:srgbClr val="EA9999"/>
              </a:solidFill>
            </a:endParaRPr>
          </a:p>
        </p:txBody>
      </p:sp>
      <p:pic>
        <p:nvPicPr>
          <p:cNvPr id="1007" name="Google Shape;1007;g3665e2fb9b3_7_6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505775" y="583200"/>
            <a:ext cx="1098850" cy="1098850"/>
          </a:xfrm>
          <a:prstGeom prst="rect">
            <a:avLst/>
          </a:prstGeom>
          <a:noFill/>
          <a:ln>
            <a:noFill/>
          </a:ln>
        </p:spPr>
      </p:pic>
      <p:sp>
        <p:nvSpPr>
          <p:cNvPr id="1008" name="Google Shape;1008;g3665e2fb9b3_7_61"/>
          <p:cNvSpPr txBox="1"/>
          <p:nvPr/>
        </p:nvSpPr>
        <p:spPr>
          <a:xfrm>
            <a:off x="587374" y="2486400"/>
            <a:ext cx="53835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ru-RU" sz="2000">
                <a:solidFill>
                  <a:srgbClr val="A4C2F4"/>
                </a:solidFill>
                <a:latin typeface="Montserrat"/>
                <a:ea typeface="Montserrat"/>
                <a:cs typeface="Montserrat"/>
                <a:sym typeface="Montserrat"/>
              </a:rPr>
              <a:t>Document           Immutable</a:t>
            </a:r>
            <a:endParaRPr sz="2000">
              <a:solidFill>
                <a:srgbClr val="A4C2F4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1009" name="Google Shape;1009;g3665e2fb9b3_7_61"/>
          <p:cNvSpPr txBox="1"/>
          <p:nvPr/>
        </p:nvSpPr>
        <p:spPr>
          <a:xfrm>
            <a:off x="587375" y="3048625"/>
            <a:ext cx="54636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ru-RU" sz="20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Выделить функцию</a:t>
            </a:r>
            <a:r>
              <a:rPr lang="ru-RU" sz="2000">
                <a:solidFill>
                  <a:srgbClr val="A4C2F4"/>
                </a:solidFill>
                <a:latin typeface="Montserrat"/>
                <a:ea typeface="Montserrat"/>
                <a:cs typeface="Montserrat"/>
                <a:sym typeface="Montserrat"/>
              </a:rPr>
              <a:t> PrepareFileToSend</a:t>
            </a:r>
            <a:endParaRPr sz="2000">
              <a:solidFill>
                <a:srgbClr val="A4C2F4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1010" name="Google Shape;1010;g3665e2fb9b3_7_61"/>
          <p:cNvSpPr txBox="1"/>
          <p:nvPr/>
        </p:nvSpPr>
        <p:spPr>
          <a:xfrm>
            <a:off x="587375" y="3628803"/>
            <a:ext cx="54636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ru-RU" sz="2000">
                <a:solidFill>
                  <a:srgbClr val="EA9999"/>
                </a:solidFill>
                <a:latin typeface="Montserrat"/>
                <a:ea typeface="Montserrat"/>
                <a:cs typeface="Montserrat"/>
                <a:sym typeface="Montserrat"/>
              </a:rPr>
              <a:t>(*)</a:t>
            </a:r>
            <a:r>
              <a:rPr lang="ru-RU" sz="2000">
                <a:solidFill>
                  <a:srgbClr val="FEFFFE"/>
                </a:solidFill>
                <a:latin typeface="Montserrat"/>
                <a:ea typeface="Montserrat"/>
                <a:cs typeface="Montserrat"/>
                <a:sym typeface="Montserrat"/>
              </a:rPr>
              <a:t> Тесты на </a:t>
            </a:r>
            <a:r>
              <a:rPr lang="ru-RU" sz="2000">
                <a:solidFill>
                  <a:srgbClr val="A4C2F4"/>
                </a:solidFill>
                <a:latin typeface="Montserrat"/>
                <a:ea typeface="Montserrat"/>
                <a:cs typeface="Montserrat"/>
                <a:sym typeface="Montserrat"/>
              </a:rPr>
              <a:t>PrepareFileToSend</a:t>
            </a:r>
            <a:r>
              <a:rPr lang="ru-RU" sz="2000">
                <a:solidFill>
                  <a:srgbClr val="FEFFFE"/>
                </a:solidFill>
                <a:latin typeface="Montserrat"/>
                <a:ea typeface="Montserrat"/>
                <a:cs typeface="Montserrat"/>
                <a:sym typeface="Montserrat"/>
              </a:rPr>
              <a:t> </a:t>
            </a:r>
            <a:endParaRPr sz="2000">
              <a:solidFill>
                <a:srgbClr val="A4C2F4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pic>
        <p:nvPicPr>
          <p:cNvPr id="1011" name="Google Shape;1011;g3665e2fb9b3_7_61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110426" y="2416844"/>
            <a:ext cx="464734" cy="464734"/>
          </a:xfrm>
          <a:prstGeom prst="rect">
            <a:avLst/>
          </a:prstGeom>
          <a:noFill/>
          <a:ln>
            <a:noFill/>
          </a:ln>
        </p:spPr>
      </p:pic>
      <p:sp>
        <p:nvSpPr>
          <p:cNvPr id="1012" name="Google Shape;1012;g3665e2fb9b3_7_61"/>
          <p:cNvSpPr txBox="1"/>
          <p:nvPr/>
        </p:nvSpPr>
        <p:spPr>
          <a:xfrm>
            <a:off x="587375" y="4798994"/>
            <a:ext cx="54636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ru-RU" sz="2000">
                <a:solidFill>
                  <a:srgbClr val="A4C2F4"/>
                </a:solidFill>
                <a:latin typeface="Montserrat"/>
                <a:ea typeface="Montserrat"/>
                <a:cs typeface="Montserrat"/>
                <a:sym typeface="Montserrat"/>
              </a:rPr>
              <a:t>Result </a:t>
            </a:r>
            <a:r>
              <a:rPr lang="ru-RU" sz="2000">
                <a:solidFill>
                  <a:srgbClr val="FEFFFE"/>
                </a:solidFill>
                <a:latin typeface="Montserrat"/>
                <a:ea typeface="Montserrat"/>
                <a:cs typeface="Montserrat"/>
                <a:sym typeface="Montserrat"/>
              </a:rPr>
              <a:t>         декларативно</a:t>
            </a:r>
            <a:endParaRPr sz="2000">
              <a:solidFill>
                <a:srgbClr val="A4C2F4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1013" name="Google Shape;1013;g3665e2fb9b3_7_61"/>
          <p:cNvSpPr txBox="1"/>
          <p:nvPr/>
        </p:nvSpPr>
        <p:spPr>
          <a:xfrm>
            <a:off x="587375" y="4208975"/>
            <a:ext cx="59979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ru-RU" sz="20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Логику на исключениях           декларативно</a:t>
            </a:r>
            <a:endParaRPr sz="200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pic>
        <p:nvPicPr>
          <p:cNvPr id="1014" name="Google Shape;1014;g3665e2fb9b3_7_61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3893760" y="4128758"/>
            <a:ext cx="464734" cy="464734"/>
          </a:xfrm>
          <a:prstGeom prst="rect">
            <a:avLst/>
          </a:prstGeom>
          <a:noFill/>
          <a:ln>
            <a:noFill/>
          </a:ln>
        </p:spPr>
      </p:pic>
      <p:pic>
        <p:nvPicPr>
          <p:cNvPr id="1015" name="Google Shape;1015;g3665e2fb9b3_7_61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452685" y="4720539"/>
            <a:ext cx="464734" cy="4647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19" name="Shape 10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0" name="Google Shape;1020;g3665e2fb9b3_7_80"/>
          <p:cNvSpPr txBox="1"/>
          <p:nvPr>
            <p:ph type="title"/>
          </p:nvPr>
        </p:nvSpPr>
        <p:spPr>
          <a:xfrm>
            <a:off x="587375" y="583200"/>
            <a:ext cx="10437300" cy="119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ru-RU"/>
              <a:t>Разбор задачи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ru-RU">
                <a:solidFill>
                  <a:srgbClr val="EA9999"/>
                </a:solidFill>
              </a:rPr>
              <a:t>FileSenderRailway</a:t>
            </a:r>
            <a:endParaRPr>
              <a:solidFill>
                <a:srgbClr val="EA9999"/>
              </a:solidFill>
            </a:endParaRPr>
          </a:p>
        </p:txBody>
      </p:sp>
      <p:pic>
        <p:nvPicPr>
          <p:cNvPr id="1021" name="Google Shape;1021;g3665e2fb9b3_7_8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505775" y="583200"/>
            <a:ext cx="1098850" cy="1098850"/>
          </a:xfrm>
          <a:prstGeom prst="rect">
            <a:avLst/>
          </a:prstGeom>
          <a:noFill/>
          <a:ln>
            <a:noFill/>
          </a:ln>
        </p:spPr>
      </p:pic>
      <p:pic>
        <p:nvPicPr>
          <p:cNvPr id="1022" name="Google Shape;1022;g3665e2fb9b3_7_80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87387" y="3384243"/>
            <a:ext cx="464734" cy="464734"/>
          </a:xfrm>
          <a:prstGeom prst="rect">
            <a:avLst/>
          </a:prstGeom>
          <a:noFill/>
          <a:ln>
            <a:noFill/>
          </a:ln>
        </p:spPr>
      </p:pic>
      <p:sp>
        <p:nvSpPr>
          <p:cNvPr id="1023" name="Google Shape;1023;g3665e2fb9b3_7_80"/>
          <p:cNvSpPr txBox="1"/>
          <p:nvPr/>
        </p:nvSpPr>
        <p:spPr>
          <a:xfrm>
            <a:off x="1203275" y="3471525"/>
            <a:ext cx="54636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ru-RU" sz="20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Пример </a:t>
            </a:r>
            <a:r>
              <a:rPr lang="ru-RU" sz="2000">
                <a:solidFill>
                  <a:srgbClr val="A4C2F4"/>
                </a:solidFill>
                <a:latin typeface="Montserrat"/>
                <a:ea typeface="Montserrat"/>
                <a:cs typeface="Montserrat"/>
                <a:sym typeface="Montserrat"/>
              </a:rPr>
              <a:t>Railway Oriented Programming</a:t>
            </a:r>
            <a:endParaRPr sz="2000">
              <a:solidFill>
                <a:srgbClr val="A4C2F4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pic>
        <p:nvPicPr>
          <p:cNvPr id="1024" name="Google Shape;1024;g3665e2fb9b3_7_80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87387" y="3964421"/>
            <a:ext cx="464734" cy="464734"/>
          </a:xfrm>
          <a:prstGeom prst="rect">
            <a:avLst/>
          </a:prstGeom>
          <a:noFill/>
          <a:ln>
            <a:noFill/>
          </a:ln>
        </p:spPr>
      </p:pic>
      <p:sp>
        <p:nvSpPr>
          <p:cNvPr id="1025" name="Google Shape;1025;g3665e2fb9b3_7_80"/>
          <p:cNvSpPr txBox="1"/>
          <p:nvPr/>
        </p:nvSpPr>
        <p:spPr>
          <a:xfrm>
            <a:off x="1203275" y="4051703"/>
            <a:ext cx="54636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ru-RU" sz="2000">
                <a:solidFill>
                  <a:srgbClr val="FEFFFE"/>
                </a:solidFill>
                <a:latin typeface="Montserrat"/>
                <a:ea typeface="Montserrat"/>
                <a:cs typeface="Montserrat"/>
                <a:sym typeface="Montserrat"/>
              </a:rPr>
              <a:t>Для тестирования используются моки</a:t>
            </a:r>
            <a:endParaRPr sz="2000">
              <a:solidFill>
                <a:srgbClr val="A4C2F4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pic>
        <p:nvPicPr>
          <p:cNvPr id="1026" name="Google Shape;1026;g3665e2fb9b3_7_80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87387" y="4528131"/>
            <a:ext cx="464734" cy="464734"/>
          </a:xfrm>
          <a:prstGeom prst="rect">
            <a:avLst/>
          </a:prstGeom>
          <a:noFill/>
          <a:ln>
            <a:noFill/>
          </a:ln>
        </p:spPr>
      </p:pic>
      <p:sp>
        <p:nvSpPr>
          <p:cNvPr id="1027" name="Google Shape;1027;g3665e2fb9b3_7_80"/>
          <p:cNvSpPr txBox="1"/>
          <p:nvPr/>
        </p:nvSpPr>
        <p:spPr>
          <a:xfrm>
            <a:off x="1203275" y="4615425"/>
            <a:ext cx="59799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ru-RU" sz="20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Моки задают границу зоны чистых функций</a:t>
            </a:r>
            <a:endParaRPr sz="200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31" name="Shape 10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2" name="Google Shape;1032;g3665e2fb9b3_7_101"/>
          <p:cNvSpPr txBox="1"/>
          <p:nvPr>
            <p:ph type="title"/>
          </p:nvPr>
        </p:nvSpPr>
        <p:spPr>
          <a:xfrm>
            <a:off x="587375" y="584200"/>
            <a:ext cx="10017900" cy="119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ru-RU"/>
              <a:t>Railway в задаче</a:t>
            </a:r>
            <a:endParaRPr/>
          </a:p>
        </p:txBody>
      </p:sp>
      <p:pic>
        <p:nvPicPr>
          <p:cNvPr id="1033" name="Google Shape;1033;g3665e2fb9b3_7_10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405531" y="584205"/>
            <a:ext cx="1199100" cy="1199100"/>
          </a:xfrm>
          <a:prstGeom prst="rect">
            <a:avLst/>
          </a:prstGeom>
          <a:noFill/>
          <a:ln>
            <a:noFill/>
          </a:ln>
        </p:spPr>
      </p:pic>
      <p:sp>
        <p:nvSpPr>
          <p:cNvPr id="1034" name="Google Shape;1034;g3665e2fb9b3_7_101"/>
          <p:cNvSpPr txBox="1"/>
          <p:nvPr/>
        </p:nvSpPr>
        <p:spPr>
          <a:xfrm>
            <a:off x="587375" y="1720049"/>
            <a:ext cx="9634200" cy="489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Arial"/>
              <a:buNone/>
            </a:pPr>
            <a:r>
              <a:rPr lang="ru-RU" sz="2100">
                <a:solidFill>
                  <a:srgbClr val="569CD6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public</a:t>
            </a:r>
            <a:r>
              <a:rPr lang="ru-RU" sz="2100">
                <a:solidFill>
                  <a:srgbClr val="D4D4D4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ru-RU" sz="2100">
                <a:solidFill>
                  <a:srgbClr val="86C691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Result</a:t>
            </a:r>
            <a:r>
              <a:rPr lang="ru-RU" sz="2100">
                <a:solidFill>
                  <a:srgbClr val="D4D4D4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&lt;</a:t>
            </a:r>
            <a:r>
              <a:rPr lang="ru-RU" sz="2100">
                <a:solidFill>
                  <a:srgbClr val="9CDCFE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Document</a:t>
            </a:r>
            <a:r>
              <a:rPr lang="ru-RU" sz="2100">
                <a:solidFill>
                  <a:srgbClr val="D4D4D4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&gt; </a:t>
            </a:r>
            <a:r>
              <a:rPr lang="ru-RU" sz="2100">
                <a:solidFill>
                  <a:srgbClr val="DCDCAA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PrepareFileToSend</a:t>
            </a:r>
            <a:r>
              <a:rPr lang="ru-RU" sz="2100">
                <a:solidFill>
                  <a:srgbClr val="D4D4D4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endParaRPr sz="2100">
              <a:solidFill>
                <a:srgbClr val="D4D4D4"/>
              </a:solidFill>
              <a:highlight>
                <a:srgbClr val="1E1E1E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Arial"/>
              <a:buNone/>
            </a:pPr>
            <a:r>
              <a:rPr lang="ru-RU" sz="2100">
                <a:solidFill>
                  <a:srgbClr val="D4D4D4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ru-RU" sz="2100">
                <a:solidFill>
                  <a:srgbClr val="9CDCFE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FileContent</a:t>
            </a:r>
            <a:r>
              <a:rPr lang="ru-RU" sz="2100">
                <a:solidFill>
                  <a:srgbClr val="D4D4D4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ru-RU" sz="2100">
                <a:solidFill>
                  <a:srgbClr val="9CDCFE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file</a:t>
            </a:r>
            <a:r>
              <a:rPr lang="ru-RU" sz="2100">
                <a:solidFill>
                  <a:srgbClr val="D4D4D4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,</a:t>
            </a:r>
            <a:endParaRPr sz="2100">
              <a:solidFill>
                <a:srgbClr val="D4D4D4"/>
              </a:solidFill>
              <a:highlight>
                <a:srgbClr val="1E1E1E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Arial"/>
              <a:buNone/>
            </a:pPr>
            <a:r>
              <a:rPr lang="ru-RU" sz="2100">
                <a:solidFill>
                  <a:srgbClr val="D4D4D4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ru-RU" sz="2100">
                <a:solidFill>
                  <a:srgbClr val="9CDCFE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X509Certificate</a:t>
            </a:r>
            <a:r>
              <a:rPr lang="ru-RU" sz="2100">
                <a:solidFill>
                  <a:srgbClr val="D4D4D4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ru-RU" sz="2100">
                <a:solidFill>
                  <a:srgbClr val="9CDCFE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certificate</a:t>
            </a:r>
            <a:r>
              <a:rPr lang="ru-RU" sz="2100">
                <a:solidFill>
                  <a:srgbClr val="D4D4D4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)</a:t>
            </a:r>
            <a:endParaRPr sz="2100">
              <a:solidFill>
                <a:srgbClr val="D4D4D4"/>
              </a:solidFill>
              <a:highlight>
                <a:srgbClr val="1E1E1E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Arial"/>
              <a:buNone/>
            </a:pPr>
            <a:r>
              <a:rPr lang="ru-RU" sz="2100">
                <a:solidFill>
                  <a:srgbClr val="D4D4D4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{</a:t>
            </a:r>
            <a:endParaRPr sz="2100">
              <a:solidFill>
                <a:srgbClr val="D4D4D4"/>
              </a:solidFill>
              <a:highlight>
                <a:srgbClr val="1E1E1E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Arial"/>
              <a:buNone/>
            </a:pPr>
            <a:r>
              <a:rPr lang="ru-RU" sz="2100">
                <a:solidFill>
                  <a:srgbClr val="D4D4D4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ru-RU" sz="2100">
                <a:solidFill>
                  <a:srgbClr val="C586C0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return</a:t>
            </a:r>
            <a:r>
              <a:rPr lang="ru-RU" sz="2100">
                <a:solidFill>
                  <a:srgbClr val="D4D4D4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ru-RU" sz="2100">
                <a:solidFill>
                  <a:srgbClr val="9CDCFE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recognizer</a:t>
            </a:r>
            <a:r>
              <a:rPr lang="ru-RU" sz="2100">
                <a:solidFill>
                  <a:srgbClr val="D4D4D4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ru-RU" sz="2100">
                <a:solidFill>
                  <a:srgbClr val="9CDCFE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Recognize</a:t>
            </a:r>
            <a:r>
              <a:rPr lang="ru-RU" sz="2100">
                <a:solidFill>
                  <a:srgbClr val="D4D4D4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ru-RU" sz="2100">
                <a:solidFill>
                  <a:srgbClr val="9CDCFE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file</a:t>
            </a:r>
            <a:r>
              <a:rPr lang="ru-RU" sz="2100">
                <a:solidFill>
                  <a:srgbClr val="D4D4D4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)</a:t>
            </a:r>
            <a:endParaRPr sz="2100">
              <a:solidFill>
                <a:srgbClr val="D4D4D4"/>
              </a:solidFill>
              <a:highlight>
                <a:srgbClr val="1E1E1E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Arial"/>
              <a:buNone/>
            </a:pPr>
            <a:r>
              <a:rPr lang="ru-RU" sz="2100">
                <a:solidFill>
                  <a:srgbClr val="D4D4D4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        .</a:t>
            </a:r>
            <a:r>
              <a:rPr lang="ru-RU" sz="2100">
                <a:solidFill>
                  <a:srgbClr val="9CDCFE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Then</a:t>
            </a:r>
            <a:r>
              <a:rPr lang="ru-RU" sz="2100">
                <a:solidFill>
                  <a:srgbClr val="D4D4D4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ru-RU" sz="2100">
                <a:solidFill>
                  <a:srgbClr val="9CDCFE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doc</a:t>
            </a:r>
            <a:r>
              <a:rPr lang="ru-RU" sz="2100">
                <a:solidFill>
                  <a:srgbClr val="D4D4D4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 =&gt; </a:t>
            </a:r>
            <a:r>
              <a:rPr lang="ru-RU" sz="2100">
                <a:solidFill>
                  <a:srgbClr val="9CDCFE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ValidateFormatIsSupported</a:t>
            </a:r>
            <a:r>
              <a:rPr lang="ru-RU" sz="2100">
                <a:solidFill>
                  <a:srgbClr val="D4D4D4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ru-RU" sz="2100">
                <a:solidFill>
                  <a:srgbClr val="9CDCFE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doc</a:t>
            </a:r>
            <a:r>
              <a:rPr lang="ru-RU" sz="2100">
                <a:solidFill>
                  <a:srgbClr val="D4D4D4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))</a:t>
            </a:r>
            <a:endParaRPr sz="2100">
              <a:solidFill>
                <a:srgbClr val="D4D4D4"/>
              </a:solidFill>
              <a:highlight>
                <a:srgbClr val="1E1E1E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Arial"/>
              <a:buNone/>
            </a:pPr>
            <a:r>
              <a:rPr lang="ru-RU" sz="2100">
                <a:solidFill>
                  <a:srgbClr val="D4D4D4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        .</a:t>
            </a:r>
            <a:r>
              <a:rPr lang="ru-RU" sz="2100">
                <a:solidFill>
                  <a:srgbClr val="9CDCFE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Then</a:t>
            </a:r>
            <a:r>
              <a:rPr lang="ru-RU" sz="2100">
                <a:solidFill>
                  <a:srgbClr val="D4D4D4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ru-RU" sz="2100">
                <a:solidFill>
                  <a:srgbClr val="9CDCFE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doc</a:t>
            </a:r>
            <a:r>
              <a:rPr lang="ru-RU" sz="2100">
                <a:solidFill>
                  <a:srgbClr val="D4D4D4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 =&gt; </a:t>
            </a:r>
            <a:r>
              <a:rPr lang="ru-RU" sz="2100">
                <a:solidFill>
                  <a:srgbClr val="9CDCFE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ValidateIsNotTooOld</a:t>
            </a:r>
            <a:r>
              <a:rPr lang="ru-RU" sz="2100">
                <a:solidFill>
                  <a:srgbClr val="D4D4D4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ru-RU" sz="2100">
                <a:solidFill>
                  <a:srgbClr val="9CDCFE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doc</a:t>
            </a:r>
            <a:r>
              <a:rPr lang="ru-RU" sz="2100">
                <a:solidFill>
                  <a:srgbClr val="D4D4D4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))</a:t>
            </a:r>
            <a:endParaRPr sz="2100">
              <a:solidFill>
                <a:srgbClr val="D4D4D4"/>
              </a:solidFill>
              <a:highlight>
                <a:srgbClr val="1E1E1E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Arial"/>
              <a:buNone/>
            </a:pPr>
            <a:r>
              <a:rPr lang="ru-RU" sz="2100">
                <a:solidFill>
                  <a:srgbClr val="D4D4D4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        .</a:t>
            </a:r>
            <a:r>
              <a:rPr lang="ru-RU" sz="2100">
                <a:solidFill>
                  <a:srgbClr val="9CDCFE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Then</a:t>
            </a:r>
            <a:r>
              <a:rPr lang="ru-RU" sz="2100">
                <a:solidFill>
                  <a:srgbClr val="D4D4D4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ru-RU" sz="2100">
                <a:solidFill>
                  <a:srgbClr val="9CDCFE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doc</a:t>
            </a:r>
            <a:r>
              <a:rPr lang="ru-RU" sz="2100">
                <a:solidFill>
                  <a:srgbClr val="D4D4D4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 =&gt;</a:t>
            </a:r>
            <a:endParaRPr sz="2100">
              <a:solidFill>
                <a:srgbClr val="D4D4D4"/>
              </a:solidFill>
              <a:highlight>
                <a:srgbClr val="1E1E1E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Arial"/>
              <a:buNone/>
            </a:pPr>
            <a:r>
              <a:rPr lang="ru-RU" sz="2100">
                <a:solidFill>
                  <a:srgbClr val="D4D4D4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            </a:t>
            </a:r>
            <a:r>
              <a:rPr lang="ru-RU" sz="2100">
                <a:solidFill>
                  <a:srgbClr val="9CDCFE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doc</a:t>
            </a:r>
            <a:r>
              <a:rPr lang="ru-RU" sz="2100">
                <a:solidFill>
                  <a:srgbClr val="D4D4D4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ru-RU" sz="2100">
                <a:solidFill>
                  <a:srgbClr val="9CDCFE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WithContent</a:t>
            </a:r>
            <a:r>
              <a:rPr lang="ru-RU" sz="2100">
                <a:solidFill>
                  <a:srgbClr val="D4D4D4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endParaRPr sz="2100">
              <a:solidFill>
                <a:srgbClr val="D4D4D4"/>
              </a:solidFill>
              <a:highlight>
                <a:srgbClr val="1E1E1E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Arial"/>
              <a:buNone/>
            </a:pPr>
            <a:r>
              <a:rPr lang="ru-RU" sz="2100">
                <a:solidFill>
                  <a:srgbClr val="D4D4D4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                </a:t>
            </a:r>
            <a:r>
              <a:rPr lang="ru-RU" sz="2100">
                <a:solidFill>
                  <a:srgbClr val="9CDCFE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cryptographer</a:t>
            </a:r>
            <a:r>
              <a:rPr lang="ru-RU" sz="2100">
                <a:solidFill>
                  <a:srgbClr val="D4D4D4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ru-RU" sz="2100">
                <a:solidFill>
                  <a:srgbClr val="9CDCFE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Sign</a:t>
            </a:r>
            <a:r>
              <a:rPr lang="ru-RU" sz="2100">
                <a:solidFill>
                  <a:srgbClr val="D4D4D4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ru-RU" sz="2100">
                <a:solidFill>
                  <a:srgbClr val="9CDCFE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doc</a:t>
            </a:r>
            <a:r>
              <a:rPr lang="ru-RU" sz="2100">
                <a:solidFill>
                  <a:srgbClr val="D4D4D4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ru-RU" sz="2100">
                <a:solidFill>
                  <a:srgbClr val="9CDCFE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Content</a:t>
            </a:r>
            <a:r>
              <a:rPr lang="ru-RU" sz="2100">
                <a:solidFill>
                  <a:srgbClr val="D4D4D4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lang="ru-RU" sz="2100">
                <a:solidFill>
                  <a:srgbClr val="9CDCFE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certificate</a:t>
            </a:r>
            <a:r>
              <a:rPr lang="ru-RU" sz="2100">
                <a:solidFill>
                  <a:srgbClr val="D4D4D4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)));</a:t>
            </a:r>
            <a:endParaRPr sz="2100">
              <a:solidFill>
                <a:srgbClr val="D4D4D4"/>
              </a:solidFill>
              <a:highlight>
                <a:srgbClr val="1E1E1E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100">
                <a:solidFill>
                  <a:srgbClr val="D4D4D4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}</a:t>
            </a:r>
            <a:endParaRPr sz="210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38" name="Shape 10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9" name="Google Shape;1039;g3665e2fb9b3_7_115"/>
          <p:cNvSpPr txBox="1"/>
          <p:nvPr>
            <p:ph type="title"/>
          </p:nvPr>
        </p:nvSpPr>
        <p:spPr>
          <a:xfrm>
            <a:off x="587375" y="584200"/>
            <a:ext cx="10017900" cy="119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ru-RU"/>
              <a:t>Railway в Gulp</a:t>
            </a:r>
            <a:endParaRPr/>
          </a:p>
        </p:txBody>
      </p:sp>
      <p:pic>
        <p:nvPicPr>
          <p:cNvPr id="1040" name="Google Shape;1040;g3665e2fb9b3_7_1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405531" y="584205"/>
            <a:ext cx="1199100" cy="1199100"/>
          </a:xfrm>
          <a:prstGeom prst="rect">
            <a:avLst/>
          </a:prstGeom>
          <a:noFill/>
          <a:ln>
            <a:noFill/>
          </a:ln>
        </p:spPr>
      </p:pic>
      <p:sp>
        <p:nvSpPr>
          <p:cNvPr id="1041" name="Google Shape;1041;g3665e2fb9b3_7_115"/>
          <p:cNvSpPr txBox="1"/>
          <p:nvPr/>
        </p:nvSpPr>
        <p:spPr>
          <a:xfrm>
            <a:off x="587375" y="2156749"/>
            <a:ext cx="9634200" cy="2701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100">
                <a:solidFill>
                  <a:srgbClr val="9CDCFE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gulp</a:t>
            </a:r>
            <a:r>
              <a:rPr lang="ru-RU" sz="2100">
                <a:solidFill>
                  <a:srgbClr val="D4D4D4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ru-RU" sz="2100">
                <a:solidFill>
                  <a:srgbClr val="9CDCFE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task</a:t>
            </a:r>
            <a:r>
              <a:rPr lang="ru-RU" sz="2100">
                <a:solidFill>
                  <a:srgbClr val="D4D4D4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ru-RU" sz="2100">
                <a:solidFill>
                  <a:srgbClr val="CE9178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'sync'</a:t>
            </a:r>
            <a:r>
              <a:rPr lang="ru-RU" sz="2100">
                <a:solidFill>
                  <a:srgbClr val="D4D4D4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lang="ru-RU" sz="2100">
                <a:solidFill>
                  <a:srgbClr val="DCDCAA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function</a:t>
            </a:r>
            <a:r>
              <a:rPr lang="ru-RU" sz="2100">
                <a:solidFill>
                  <a:srgbClr val="D4D4D4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 () {  </a:t>
            </a:r>
            <a:endParaRPr sz="2100">
              <a:solidFill>
                <a:srgbClr val="D4D4D4"/>
              </a:solidFill>
              <a:highlight>
                <a:srgbClr val="1E1E1E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100">
                <a:solidFill>
                  <a:srgbClr val="D4D4D4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ru-RU" sz="2100">
                <a:solidFill>
                  <a:srgbClr val="C586C0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return</a:t>
            </a:r>
            <a:r>
              <a:rPr lang="ru-RU" sz="2100">
                <a:solidFill>
                  <a:srgbClr val="D4D4D4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ru-RU" sz="2100">
                <a:solidFill>
                  <a:srgbClr val="9CDCFE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gulp</a:t>
            </a:r>
            <a:r>
              <a:rPr lang="ru-RU" sz="2100">
                <a:solidFill>
                  <a:srgbClr val="D4D4D4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ru-RU" sz="2100">
                <a:solidFill>
                  <a:srgbClr val="9CDCFE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src</a:t>
            </a:r>
            <a:r>
              <a:rPr lang="ru-RU" sz="2100">
                <a:solidFill>
                  <a:srgbClr val="D4D4D4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ru-RU" sz="2100">
                <a:solidFill>
                  <a:srgbClr val="CE9178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'js/*.js'</a:t>
            </a:r>
            <a:r>
              <a:rPr lang="ru-RU" sz="2100">
                <a:solidFill>
                  <a:srgbClr val="D4D4D4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)</a:t>
            </a:r>
            <a:endParaRPr sz="2100">
              <a:solidFill>
                <a:srgbClr val="D4D4D4"/>
              </a:solidFill>
              <a:highlight>
                <a:srgbClr val="1E1E1E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100">
                <a:solidFill>
                  <a:srgbClr val="D4D4D4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        .</a:t>
            </a:r>
            <a:r>
              <a:rPr lang="ru-RU" sz="2100">
                <a:solidFill>
                  <a:srgbClr val="9CDCFE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pipe</a:t>
            </a:r>
            <a:r>
              <a:rPr lang="ru-RU" sz="2100">
                <a:solidFill>
                  <a:srgbClr val="D4D4D4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ru-RU" sz="2100">
                <a:solidFill>
                  <a:srgbClr val="9CDCFE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concat</a:t>
            </a:r>
            <a:r>
              <a:rPr lang="ru-RU" sz="2100">
                <a:solidFill>
                  <a:srgbClr val="D4D4D4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ru-RU" sz="2100">
                <a:solidFill>
                  <a:srgbClr val="CE9178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'script.min.js'</a:t>
            </a:r>
            <a:r>
              <a:rPr lang="ru-RU" sz="2100">
                <a:solidFill>
                  <a:srgbClr val="D4D4D4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))</a:t>
            </a:r>
            <a:endParaRPr sz="2100">
              <a:solidFill>
                <a:srgbClr val="D4D4D4"/>
              </a:solidFill>
              <a:highlight>
                <a:srgbClr val="1E1E1E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100">
                <a:solidFill>
                  <a:srgbClr val="D4D4D4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        .</a:t>
            </a:r>
            <a:r>
              <a:rPr lang="ru-RU" sz="2100">
                <a:solidFill>
                  <a:srgbClr val="9CDCFE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pipe</a:t>
            </a:r>
            <a:r>
              <a:rPr lang="ru-RU" sz="2100">
                <a:solidFill>
                  <a:srgbClr val="D4D4D4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ru-RU" sz="2100">
                <a:solidFill>
                  <a:srgbClr val="9CDCFE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uglify</a:t>
            </a:r>
            <a:r>
              <a:rPr lang="ru-RU" sz="2100">
                <a:solidFill>
                  <a:srgbClr val="D4D4D4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())</a:t>
            </a:r>
            <a:endParaRPr sz="2100">
              <a:solidFill>
                <a:srgbClr val="D4D4D4"/>
              </a:solidFill>
              <a:highlight>
                <a:srgbClr val="1E1E1E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100">
                <a:solidFill>
                  <a:srgbClr val="D4D4D4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        .</a:t>
            </a:r>
            <a:r>
              <a:rPr lang="ru-RU" sz="2100">
                <a:solidFill>
                  <a:srgbClr val="9CDCFE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pipe</a:t>
            </a:r>
            <a:r>
              <a:rPr lang="ru-RU" sz="2100">
                <a:solidFill>
                  <a:srgbClr val="D4D4D4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ru-RU" sz="2100">
                <a:solidFill>
                  <a:srgbClr val="9CDCFE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gulp</a:t>
            </a:r>
            <a:r>
              <a:rPr lang="ru-RU" sz="2100">
                <a:solidFill>
                  <a:srgbClr val="D4D4D4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ru-RU" sz="2100">
                <a:solidFill>
                  <a:srgbClr val="9CDCFE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dest</a:t>
            </a:r>
            <a:r>
              <a:rPr lang="ru-RU" sz="2100">
                <a:solidFill>
                  <a:srgbClr val="D4D4D4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ru-RU" sz="2100">
                <a:solidFill>
                  <a:srgbClr val="CE9178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'../dist/js'</a:t>
            </a:r>
            <a:r>
              <a:rPr lang="ru-RU" sz="2100">
                <a:solidFill>
                  <a:srgbClr val="D4D4D4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));</a:t>
            </a:r>
            <a:endParaRPr sz="2100">
              <a:solidFill>
                <a:srgbClr val="D4D4D4"/>
              </a:solidFill>
              <a:highlight>
                <a:srgbClr val="1E1E1E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100">
                <a:solidFill>
                  <a:srgbClr val="D4D4D4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});</a:t>
            </a:r>
            <a:endParaRPr sz="2100">
              <a:solidFill>
                <a:srgbClr val="569CD6"/>
              </a:solidFill>
              <a:highlight>
                <a:srgbClr val="1E1E1E"/>
              </a:highlight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45" name="Shape 10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6" name="Google Shape;1046;g3665e2fb9b3_7_156"/>
          <p:cNvSpPr txBox="1"/>
          <p:nvPr>
            <p:ph type="title"/>
          </p:nvPr>
        </p:nvSpPr>
        <p:spPr>
          <a:xfrm>
            <a:off x="587375" y="584200"/>
            <a:ext cx="10017900" cy="119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ru-RU"/>
              <a:t>Построение Railway</a:t>
            </a:r>
            <a:endParaRPr/>
          </a:p>
        </p:txBody>
      </p:sp>
      <p:pic>
        <p:nvPicPr>
          <p:cNvPr id="1047" name="Google Shape;1047;g3665e2fb9b3_7_15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405531" y="584205"/>
            <a:ext cx="1199100" cy="1199100"/>
          </a:xfrm>
          <a:prstGeom prst="rect">
            <a:avLst/>
          </a:prstGeom>
          <a:noFill/>
          <a:ln>
            <a:noFill/>
          </a:ln>
        </p:spPr>
      </p:pic>
      <p:sp>
        <p:nvSpPr>
          <p:cNvPr id="1048" name="Google Shape;1048;g3665e2fb9b3_7_156"/>
          <p:cNvSpPr/>
          <p:nvPr/>
        </p:nvSpPr>
        <p:spPr>
          <a:xfrm>
            <a:off x="767375" y="2271100"/>
            <a:ext cx="2160000" cy="9000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1049" name="Google Shape;1049;g3665e2fb9b3_7_156"/>
          <p:cNvSpPr txBox="1"/>
          <p:nvPr/>
        </p:nvSpPr>
        <p:spPr>
          <a:xfrm>
            <a:off x="1002575" y="2413300"/>
            <a:ext cx="1689600" cy="615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ru-RU" sz="28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rPr>
              <a:t>5</a:t>
            </a:r>
            <a:endParaRPr b="1" sz="2800">
              <a:solidFill>
                <a:schemeClr val="lt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1050" name="Google Shape;1050;g3665e2fb9b3_7_156"/>
          <p:cNvSpPr txBox="1"/>
          <p:nvPr/>
        </p:nvSpPr>
        <p:spPr>
          <a:xfrm>
            <a:off x="5981850" y="2237475"/>
            <a:ext cx="6233100" cy="615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8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5</a:t>
            </a:r>
            <a:endParaRPr sz="280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54" name="Shape 10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5" name="Google Shape;1055;g3665e2fb9b3_7_172"/>
          <p:cNvSpPr txBox="1"/>
          <p:nvPr>
            <p:ph type="title"/>
          </p:nvPr>
        </p:nvSpPr>
        <p:spPr>
          <a:xfrm>
            <a:off x="587375" y="584200"/>
            <a:ext cx="10017900" cy="119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ru-RU"/>
              <a:t>Построение Railway</a:t>
            </a:r>
            <a:endParaRPr/>
          </a:p>
        </p:txBody>
      </p:sp>
      <p:pic>
        <p:nvPicPr>
          <p:cNvPr id="1056" name="Google Shape;1056;g3665e2fb9b3_7_17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405531" y="584205"/>
            <a:ext cx="1199100" cy="1199100"/>
          </a:xfrm>
          <a:prstGeom prst="rect">
            <a:avLst/>
          </a:prstGeom>
          <a:noFill/>
          <a:ln>
            <a:noFill/>
          </a:ln>
        </p:spPr>
      </p:pic>
      <p:sp>
        <p:nvSpPr>
          <p:cNvPr id="1057" name="Google Shape;1057;g3665e2fb9b3_7_172"/>
          <p:cNvSpPr/>
          <p:nvPr/>
        </p:nvSpPr>
        <p:spPr>
          <a:xfrm>
            <a:off x="587375" y="2091100"/>
            <a:ext cx="2520000" cy="1260000"/>
          </a:xfrm>
          <a:prstGeom prst="rect">
            <a:avLst/>
          </a:prstGeom>
          <a:solidFill>
            <a:srgbClr val="A4C2F4"/>
          </a:solidFill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1058" name="Google Shape;1058;g3665e2fb9b3_7_172"/>
          <p:cNvSpPr/>
          <p:nvPr/>
        </p:nvSpPr>
        <p:spPr>
          <a:xfrm>
            <a:off x="767375" y="2271100"/>
            <a:ext cx="2160000" cy="9000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1059" name="Google Shape;1059;g3665e2fb9b3_7_172"/>
          <p:cNvSpPr txBox="1"/>
          <p:nvPr/>
        </p:nvSpPr>
        <p:spPr>
          <a:xfrm>
            <a:off x="1002575" y="2413300"/>
            <a:ext cx="1689600" cy="615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ru-RU" sz="28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rPr>
              <a:t>5</a:t>
            </a:r>
            <a:endParaRPr b="1" sz="2800">
              <a:solidFill>
                <a:schemeClr val="lt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1060" name="Google Shape;1060;g3665e2fb9b3_7_172"/>
          <p:cNvSpPr txBox="1"/>
          <p:nvPr/>
        </p:nvSpPr>
        <p:spPr>
          <a:xfrm>
            <a:off x="5981850" y="2237475"/>
            <a:ext cx="6233100" cy="615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800">
                <a:solidFill>
                  <a:srgbClr val="A4C2F4"/>
                </a:solidFill>
                <a:latin typeface="Montserrat"/>
                <a:ea typeface="Montserrat"/>
                <a:cs typeface="Montserrat"/>
                <a:sym typeface="Montserrat"/>
              </a:rPr>
              <a:t>Result.Ok(</a:t>
            </a:r>
            <a:r>
              <a:rPr lang="ru-RU" sz="28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5</a:t>
            </a:r>
            <a:r>
              <a:rPr lang="ru-RU" sz="2800">
                <a:solidFill>
                  <a:srgbClr val="A4C2F4"/>
                </a:solidFill>
                <a:latin typeface="Montserrat"/>
                <a:ea typeface="Montserrat"/>
                <a:cs typeface="Montserrat"/>
                <a:sym typeface="Montserrat"/>
              </a:rPr>
              <a:t>)</a:t>
            </a:r>
            <a:endParaRPr sz="2800">
              <a:solidFill>
                <a:srgbClr val="A4C2F4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1061" name="Google Shape;1061;g3665e2fb9b3_7_172"/>
          <p:cNvSpPr txBox="1"/>
          <p:nvPr/>
        </p:nvSpPr>
        <p:spPr>
          <a:xfrm>
            <a:off x="5981850" y="5255500"/>
            <a:ext cx="6575400" cy="615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ru-RU" sz="2800">
                <a:solidFill>
                  <a:srgbClr val="EA9999"/>
                </a:solidFill>
                <a:latin typeface="Montserrat"/>
                <a:ea typeface="Montserrat"/>
                <a:cs typeface="Montserrat"/>
                <a:sym typeface="Montserrat"/>
              </a:rPr>
              <a:t>Inject</a:t>
            </a:r>
            <a:endParaRPr b="1" sz="2800">
              <a:solidFill>
                <a:srgbClr val="EA9999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5" name="Shape 10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6" name="Google Shape;1066;g3665e2fb9b3_7_204"/>
          <p:cNvSpPr txBox="1"/>
          <p:nvPr>
            <p:ph type="title"/>
          </p:nvPr>
        </p:nvSpPr>
        <p:spPr>
          <a:xfrm>
            <a:off x="587375" y="584200"/>
            <a:ext cx="10017900" cy="119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ru-RU"/>
              <a:t>Построение Railway</a:t>
            </a:r>
            <a:endParaRPr/>
          </a:p>
        </p:txBody>
      </p:sp>
      <p:pic>
        <p:nvPicPr>
          <p:cNvPr id="1067" name="Google Shape;1067;g3665e2fb9b3_7_20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405531" y="584205"/>
            <a:ext cx="1199100" cy="1199100"/>
          </a:xfrm>
          <a:prstGeom prst="rect">
            <a:avLst/>
          </a:prstGeom>
          <a:noFill/>
          <a:ln>
            <a:noFill/>
          </a:ln>
        </p:spPr>
      </p:pic>
      <p:sp>
        <p:nvSpPr>
          <p:cNvPr id="1068" name="Google Shape;1068;g3665e2fb9b3_7_204"/>
          <p:cNvSpPr/>
          <p:nvPr/>
        </p:nvSpPr>
        <p:spPr>
          <a:xfrm>
            <a:off x="587375" y="2091100"/>
            <a:ext cx="2520000" cy="1260000"/>
          </a:xfrm>
          <a:prstGeom prst="rect">
            <a:avLst/>
          </a:prstGeom>
          <a:solidFill>
            <a:srgbClr val="A4C2F4"/>
          </a:solidFill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1069" name="Google Shape;1069;g3665e2fb9b3_7_204"/>
          <p:cNvSpPr/>
          <p:nvPr/>
        </p:nvSpPr>
        <p:spPr>
          <a:xfrm>
            <a:off x="767375" y="2271100"/>
            <a:ext cx="2160000" cy="9000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1070" name="Google Shape;1070;g3665e2fb9b3_7_204"/>
          <p:cNvSpPr/>
          <p:nvPr/>
        </p:nvSpPr>
        <p:spPr>
          <a:xfrm>
            <a:off x="767375" y="3531100"/>
            <a:ext cx="2160000" cy="9000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1071" name="Google Shape;1071;g3665e2fb9b3_7_204"/>
          <p:cNvSpPr txBox="1"/>
          <p:nvPr/>
        </p:nvSpPr>
        <p:spPr>
          <a:xfrm>
            <a:off x="1002575" y="2413300"/>
            <a:ext cx="1689600" cy="615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ru-RU" sz="28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rPr>
              <a:t>5</a:t>
            </a:r>
            <a:endParaRPr b="1" sz="2800">
              <a:solidFill>
                <a:schemeClr val="lt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1072" name="Google Shape;1072;g3665e2fb9b3_7_204"/>
          <p:cNvSpPr txBox="1"/>
          <p:nvPr/>
        </p:nvSpPr>
        <p:spPr>
          <a:xfrm>
            <a:off x="1002575" y="3673300"/>
            <a:ext cx="1689600" cy="615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ru-RU" sz="28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rPr>
              <a:t>x + 3</a:t>
            </a:r>
            <a:endParaRPr b="1" sz="2800">
              <a:solidFill>
                <a:schemeClr val="lt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1073" name="Google Shape;1073;g3665e2fb9b3_7_204"/>
          <p:cNvSpPr txBox="1"/>
          <p:nvPr/>
        </p:nvSpPr>
        <p:spPr>
          <a:xfrm>
            <a:off x="5981850" y="2237475"/>
            <a:ext cx="6233100" cy="1477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800">
                <a:solidFill>
                  <a:srgbClr val="A4C2F4"/>
                </a:solidFill>
                <a:latin typeface="Montserrat"/>
                <a:ea typeface="Montserrat"/>
                <a:cs typeface="Montserrat"/>
                <a:sym typeface="Montserrat"/>
              </a:rPr>
              <a:t>Result.Ok(</a:t>
            </a:r>
            <a:r>
              <a:rPr lang="ru-RU" sz="28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5</a:t>
            </a:r>
            <a:r>
              <a:rPr lang="ru-RU" sz="2800">
                <a:solidFill>
                  <a:srgbClr val="A4C2F4"/>
                </a:solidFill>
                <a:latin typeface="Montserrat"/>
                <a:ea typeface="Montserrat"/>
                <a:cs typeface="Montserrat"/>
                <a:sym typeface="Montserrat"/>
              </a:rPr>
              <a:t>)</a:t>
            </a:r>
            <a:endParaRPr sz="2800">
              <a:solidFill>
                <a:srgbClr val="A4C2F4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800">
              <a:solidFill>
                <a:srgbClr val="A4C2F4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Arial"/>
              <a:buNone/>
            </a:pPr>
            <a:r>
              <a:rPr lang="ru-RU" sz="28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x =&gt; x + 3</a:t>
            </a:r>
            <a:endParaRPr sz="2800">
              <a:solidFill>
                <a:srgbClr val="A4C2F4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</p:spTree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77" name="Shape 10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8" name="Google Shape;1078;g3665e2fb9b3_7_220"/>
          <p:cNvSpPr txBox="1"/>
          <p:nvPr>
            <p:ph type="title"/>
          </p:nvPr>
        </p:nvSpPr>
        <p:spPr>
          <a:xfrm>
            <a:off x="587375" y="584200"/>
            <a:ext cx="10017900" cy="119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ru-RU"/>
              <a:t>Построение Railway</a:t>
            </a:r>
            <a:endParaRPr/>
          </a:p>
        </p:txBody>
      </p:sp>
      <p:pic>
        <p:nvPicPr>
          <p:cNvPr id="1079" name="Google Shape;1079;g3665e2fb9b3_7_2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405531" y="584205"/>
            <a:ext cx="1199100" cy="1199100"/>
          </a:xfrm>
          <a:prstGeom prst="rect">
            <a:avLst/>
          </a:prstGeom>
          <a:noFill/>
          <a:ln>
            <a:noFill/>
          </a:ln>
        </p:spPr>
      </p:pic>
      <p:sp>
        <p:nvSpPr>
          <p:cNvPr id="1080" name="Google Shape;1080;g3665e2fb9b3_7_220"/>
          <p:cNvSpPr/>
          <p:nvPr/>
        </p:nvSpPr>
        <p:spPr>
          <a:xfrm>
            <a:off x="587375" y="2091100"/>
            <a:ext cx="2520000" cy="1260000"/>
          </a:xfrm>
          <a:prstGeom prst="rect">
            <a:avLst/>
          </a:prstGeom>
          <a:solidFill>
            <a:srgbClr val="A4C2F4"/>
          </a:solidFill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1081" name="Google Shape;1081;g3665e2fb9b3_7_220"/>
          <p:cNvSpPr/>
          <p:nvPr/>
        </p:nvSpPr>
        <p:spPr>
          <a:xfrm>
            <a:off x="767375" y="2271100"/>
            <a:ext cx="2160000" cy="9000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1082" name="Google Shape;1082;g3665e2fb9b3_7_220"/>
          <p:cNvSpPr/>
          <p:nvPr/>
        </p:nvSpPr>
        <p:spPr>
          <a:xfrm>
            <a:off x="587375" y="3351100"/>
            <a:ext cx="2520000" cy="1260000"/>
          </a:xfrm>
          <a:prstGeom prst="rect">
            <a:avLst/>
          </a:prstGeom>
          <a:solidFill>
            <a:srgbClr val="A4C2F4"/>
          </a:solidFill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1083" name="Google Shape;1083;g3665e2fb9b3_7_220"/>
          <p:cNvSpPr/>
          <p:nvPr/>
        </p:nvSpPr>
        <p:spPr>
          <a:xfrm>
            <a:off x="767375" y="3531100"/>
            <a:ext cx="2160000" cy="9000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1084" name="Google Shape;1084;g3665e2fb9b3_7_220"/>
          <p:cNvSpPr txBox="1"/>
          <p:nvPr/>
        </p:nvSpPr>
        <p:spPr>
          <a:xfrm>
            <a:off x="1002575" y="2413300"/>
            <a:ext cx="1689600" cy="615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ru-RU" sz="28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rPr>
              <a:t>5</a:t>
            </a:r>
            <a:endParaRPr b="1" sz="2800">
              <a:solidFill>
                <a:schemeClr val="lt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1085" name="Google Shape;1085;g3665e2fb9b3_7_220"/>
          <p:cNvSpPr txBox="1"/>
          <p:nvPr/>
        </p:nvSpPr>
        <p:spPr>
          <a:xfrm>
            <a:off x="1002575" y="3673300"/>
            <a:ext cx="1689600" cy="615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ru-RU" sz="28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rPr>
              <a:t>x + 3</a:t>
            </a:r>
            <a:endParaRPr b="1" sz="2800">
              <a:solidFill>
                <a:schemeClr val="lt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1086" name="Google Shape;1086;g3665e2fb9b3_7_220"/>
          <p:cNvSpPr txBox="1"/>
          <p:nvPr/>
        </p:nvSpPr>
        <p:spPr>
          <a:xfrm>
            <a:off x="5981850" y="2237475"/>
            <a:ext cx="6233100" cy="1046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800">
                <a:solidFill>
                  <a:srgbClr val="A4C2F4"/>
                </a:solidFill>
                <a:latin typeface="Montserrat"/>
                <a:ea typeface="Montserrat"/>
                <a:cs typeface="Montserrat"/>
                <a:sym typeface="Montserrat"/>
              </a:rPr>
              <a:t>Result.Ok(</a:t>
            </a:r>
            <a:r>
              <a:rPr lang="ru-RU" sz="28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5</a:t>
            </a:r>
            <a:r>
              <a:rPr lang="ru-RU" sz="2800">
                <a:solidFill>
                  <a:srgbClr val="A4C2F4"/>
                </a:solidFill>
                <a:latin typeface="Montserrat"/>
                <a:ea typeface="Montserrat"/>
                <a:cs typeface="Montserrat"/>
                <a:sym typeface="Montserrat"/>
              </a:rPr>
              <a:t>)</a:t>
            </a:r>
            <a:endParaRPr sz="2800">
              <a:solidFill>
                <a:srgbClr val="A4C2F4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800">
                <a:solidFill>
                  <a:srgbClr val="A4C2F4"/>
                </a:solidFill>
                <a:latin typeface="Montserrat"/>
                <a:ea typeface="Montserrat"/>
                <a:cs typeface="Montserrat"/>
                <a:sym typeface="Montserrat"/>
              </a:rPr>
              <a:t>	.Then(</a:t>
            </a:r>
            <a:r>
              <a:rPr lang="ru-RU" sz="28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x =&gt; x + 3</a:t>
            </a:r>
            <a:r>
              <a:rPr lang="ru-RU" sz="2800">
                <a:solidFill>
                  <a:srgbClr val="A4C2F4"/>
                </a:solidFill>
                <a:latin typeface="Montserrat"/>
                <a:ea typeface="Montserrat"/>
                <a:cs typeface="Montserrat"/>
                <a:sym typeface="Montserrat"/>
              </a:rPr>
              <a:t>)</a:t>
            </a:r>
            <a:endParaRPr sz="2800">
              <a:solidFill>
                <a:srgbClr val="A4C2F4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1087" name="Google Shape;1087;g3665e2fb9b3_7_220"/>
          <p:cNvSpPr txBox="1"/>
          <p:nvPr/>
        </p:nvSpPr>
        <p:spPr>
          <a:xfrm>
            <a:off x="5981850" y="5255500"/>
            <a:ext cx="6575400" cy="615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ru-RU" sz="2800">
                <a:solidFill>
                  <a:srgbClr val="EA9999"/>
                </a:solidFill>
                <a:latin typeface="Montserrat"/>
                <a:ea typeface="Montserrat"/>
                <a:cs typeface="Montserrat"/>
                <a:sym typeface="Montserrat"/>
              </a:rPr>
              <a:t>Combine</a:t>
            </a:r>
            <a:endParaRPr b="1" sz="2800">
              <a:solidFill>
                <a:srgbClr val="EA9999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</p:spTree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91" name="Shape 10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2" name="Google Shape;1092;g3665e2fb9b3_7_236"/>
          <p:cNvSpPr txBox="1"/>
          <p:nvPr>
            <p:ph type="title"/>
          </p:nvPr>
        </p:nvSpPr>
        <p:spPr>
          <a:xfrm>
            <a:off x="587375" y="584200"/>
            <a:ext cx="10017900" cy="119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ru-RU"/>
              <a:t>Построение Railway</a:t>
            </a:r>
            <a:endParaRPr/>
          </a:p>
        </p:txBody>
      </p:sp>
      <p:pic>
        <p:nvPicPr>
          <p:cNvPr id="1093" name="Google Shape;1093;g3665e2fb9b3_7_2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405531" y="584205"/>
            <a:ext cx="1199100" cy="1199100"/>
          </a:xfrm>
          <a:prstGeom prst="rect">
            <a:avLst/>
          </a:prstGeom>
          <a:noFill/>
          <a:ln>
            <a:noFill/>
          </a:ln>
        </p:spPr>
      </p:pic>
      <p:sp>
        <p:nvSpPr>
          <p:cNvPr id="1094" name="Google Shape;1094;g3665e2fb9b3_7_236"/>
          <p:cNvSpPr/>
          <p:nvPr/>
        </p:nvSpPr>
        <p:spPr>
          <a:xfrm>
            <a:off x="587375" y="2091100"/>
            <a:ext cx="2520000" cy="1260000"/>
          </a:xfrm>
          <a:prstGeom prst="rect">
            <a:avLst/>
          </a:prstGeom>
          <a:solidFill>
            <a:srgbClr val="A4C2F4"/>
          </a:solidFill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1095" name="Google Shape;1095;g3665e2fb9b3_7_236"/>
          <p:cNvSpPr/>
          <p:nvPr/>
        </p:nvSpPr>
        <p:spPr>
          <a:xfrm>
            <a:off x="767375" y="2271100"/>
            <a:ext cx="2160000" cy="9000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1096" name="Google Shape;1096;g3665e2fb9b3_7_236"/>
          <p:cNvSpPr/>
          <p:nvPr/>
        </p:nvSpPr>
        <p:spPr>
          <a:xfrm>
            <a:off x="587375" y="3351100"/>
            <a:ext cx="2520000" cy="1260000"/>
          </a:xfrm>
          <a:prstGeom prst="rect">
            <a:avLst/>
          </a:prstGeom>
          <a:solidFill>
            <a:srgbClr val="A4C2F4"/>
          </a:solidFill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1097" name="Google Shape;1097;g3665e2fb9b3_7_236"/>
          <p:cNvSpPr/>
          <p:nvPr/>
        </p:nvSpPr>
        <p:spPr>
          <a:xfrm>
            <a:off x="767375" y="3531100"/>
            <a:ext cx="2160000" cy="9000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1098" name="Google Shape;1098;g3665e2fb9b3_7_236"/>
          <p:cNvSpPr/>
          <p:nvPr/>
        </p:nvSpPr>
        <p:spPr>
          <a:xfrm>
            <a:off x="767375" y="4791100"/>
            <a:ext cx="2160000" cy="9000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1099" name="Google Shape;1099;g3665e2fb9b3_7_236"/>
          <p:cNvSpPr txBox="1"/>
          <p:nvPr/>
        </p:nvSpPr>
        <p:spPr>
          <a:xfrm>
            <a:off x="1002575" y="2413300"/>
            <a:ext cx="1689600" cy="615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ru-RU" sz="28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rPr>
              <a:t>5</a:t>
            </a:r>
            <a:endParaRPr b="1" sz="2800">
              <a:solidFill>
                <a:schemeClr val="lt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1100" name="Google Shape;1100;g3665e2fb9b3_7_236"/>
          <p:cNvSpPr txBox="1"/>
          <p:nvPr/>
        </p:nvSpPr>
        <p:spPr>
          <a:xfrm>
            <a:off x="1002575" y="3673300"/>
            <a:ext cx="1689600" cy="615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ru-RU" sz="28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rPr>
              <a:t>x + 3</a:t>
            </a:r>
            <a:endParaRPr b="1" sz="2800">
              <a:solidFill>
                <a:schemeClr val="lt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1101" name="Google Shape;1101;g3665e2fb9b3_7_236"/>
          <p:cNvSpPr txBox="1"/>
          <p:nvPr/>
        </p:nvSpPr>
        <p:spPr>
          <a:xfrm>
            <a:off x="1002575" y="4933300"/>
            <a:ext cx="1689600" cy="615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ru-RU" sz="28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rPr>
              <a:t>x * 2</a:t>
            </a:r>
            <a:endParaRPr b="1" sz="2800">
              <a:solidFill>
                <a:schemeClr val="lt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1102" name="Google Shape;1102;g3665e2fb9b3_7_236"/>
          <p:cNvSpPr txBox="1"/>
          <p:nvPr/>
        </p:nvSpPr>
        <p:spPr>
          <a:xfrm>
            <a:off x="5981850" y="2237475"/>
            <a:ext cx="6233100" cy="1908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800">
                <a:solidFill>
                  <a:srgbClr val="A4C2F4"/>
                </a:solidFill>
                <a:latin typeface="Montserrat"/>
                <a:ea typeface="Montserrat"/>
                <a:cs typeface="Montserrat"/>
                <a:sym typeface="Montserrat"/>
              </a:rPr>
              <a:t>Result.Ok(</a:t>
            </a:r>
            <a:r>
              <a:rPr lang="ru-RU" sz="28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5</a:t>
            </a:r>
            <a:r>
              <a:rPr lang="ru-RU" sz="2800">
                <a:solidFill>
                  <a:srgbClr val="A4C2F4"/>
                </a:solidFill>
                <a:latin typeface="Montserrat"/>
                <a:ea typeface="Montserrat"/>
                <a:cs typeface="Montserrat"/>
                <a:sym typeface="Montserrat"/>
              </a:rPr>
              <a:t>)</a:t>
            </a:r>
            <a:endParaRPr sz="2800">
              <a:solidFill>
                <a:srgbClr val="A4C2F4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800">
                <a:solidFill>
                  <a:srgbClr val="A4C2F4"/>
                </a:solidFill>
                <a:latin typeface="Montserrat"/>
                <a:ea typeface="Montserrat"/>
                <a:cs typeface="Montserrat"/>
                <a:sym typeface="Montserrat"/>
              </a:rPr>
              <a:t>	.Then(</a:t>
            </a:r>
            <a:r>
              <a:rPr lang="ru-RU" sz="28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x =&gt; x + 3</a:t>
            </a:r>
            <a:r>
              <a:rPr lang="ru-RU" sz="2800">
                <a:solidFill>
                  <a:srgbClr val="A4C2F4"/>
                </a:solidFill>
                <a:latin typeface="Montserrat"/>
                <a:ea typeface="Montserrat"/>
                <a:cs typeface="Montserrat"/>
                <a:sym typeface="Montserrat"/>
              </a:rPr>
              <a:t>)</a:t>
            </a:r>
            <a:endParaRPr sz="2800">
              <a:solidFill>
                <a:srgbClr val="A4C2F4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800">
              <a:solidFill>
                <a:srgbClr val="A4C2F4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Arial"/>
              <a:buNone/>
            </a:pPr>
            <a:r>
              <a:rPr lang="ru-RU" sz="28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x =&gt; x * 2</a:t>
            </a:r>
            <a:endParaRPr sz="2800">
              <a:solidFill>
                <a:srgbClr val="A4C2F4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</p:spTree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06" name="Shape 1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7" name="Google Shape;1107;g3665e2fb9b3_7_252"/>
          <p:cNvSpPr txBox="1"/>
          <p:nvPr>
            <p:ph type="title"/>
          </p:nvPr>
        </p:nvSpPr>
        <p:spPr>
          <a:xfrm>
            <a:off x="587375" y="584200"/>
            <a:ext cx="10017900" cy="119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ru-RU"/>
              <a:t>Построение Railway</a:t>
            </a:r>
            <a:endParaRPr/>
          </a:p>
        </p:txBody>
      </p:sp>
      <p:pic>
        <p:nvPicPr>
          <p:cNvPr id="1108" name="Google Shape;1108;g3665e2fb9b3_7_25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405531" y="584205"/>
            <a:ext cx="1199100" cy="1199100"/>
          </a:xfrm>
          <a:prstGeom prst="rect">
            <a:avLst/>
          </a:prstGeom>
          <a:noFill/>
          <a:ln>
            <a:noFill/>
          </a:ln>
        </p:spPr>
      </p:pic>
      <p:sp>
        <p:nvSpPr>
          <p:cNvPr id="1109" name="Google Shape;1109;g3665e2fb9b3_7_252"/>
          <p:cNvSpPr/>
          <p:nvPr/>
        </p:nvSpPr>
        <p:spPr>
          <a:xfrm>
            <a:off x="587375" y="2091100"/>
            <a:ext cx="2520000" cy="1260000"/>
          </a:xfrm>
          <a:prstGeom prst="rect">
            <a:avLst/>
          </a:prstGeom>
          <a:solidFill>
            <a:srgbClr val="A4C2F4"/>
          </a:solidFill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1110" name="Google Shape;1110;g3665e2fb9b3_7_252"/>
          <p:cNvSpPr/>
          <p:nvPr/>
        </p:nvSpPr>
        <p:spPr>
          <a:xfrm>
            <a:off x="767375" y="2271100"/>
            <a:ext cx="2160000" cy="9000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1111" name="Google Shape;1111;g3665e2fb9b3_7_252"/>
          <p:cNvSpPr/>
          <p:nvPr/>
        </p:nvSpPr>
        <p:spPr>
          <a:xfrm>
            <a:off x="587375" y="3351100"/>
            <a:ext cx="2520000" cy="1260000"/>
          </a:xfrm>
          <a:prstGeom prst="rect">
            <a:avLst/>
          </a:prstGeom>
          <a:solidFill>
            <a:srgbClr val="A4C2F4"/>
          </a:solidFill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1112" name="Google Shape;1112;g3665e2fb9b3_7_252"/>
          <p:cNvSpPr/>
          <p:nvPr/>
        </p:nvSpPr>
        <p:spPr>
          <a:xfrm>
            <a:off x="767375" y="3531100"/>
            <a:ext cx="2160000" cy="9000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1113" name="Google Shape;1113;g3665e2fb9b3_7_252"/>
          <p:cNvSpPr/>
          <p:nvPr/>
        </p:nvSpPr>
        <p:spPr>
          <a:xfrm>
            <a:off x="587375" y="4611100"/>
            <a:ext cx="2520000" cy="1260000"/>
          </a:xfrm>
          <a:prstGeom prst="rect">
            <a:avLst/>
          </a:prstGeom>
          <a:solidFill>
            <a:srgbClr val="A4C2F4"/>
          </a:solidFill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1114" name="Google Shape;1114;g3665e2fb9b3_7_252"/>
          <p:cNvSpPr/>
          <p:nvPr/>
        </p:nvSpPr>
        <p:spPr>
          <a:xfrm>
            <a:off x="767375" y="4791100"/>
            <a:ext cx="2160000" cy="9000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1115" name="Google Shape;1115;g3665e2fb9b3_7_252"/>
          <p:cNvSpPr txBox="1"/>
          <p:nvPr/>
        </p:nvSpPr>
        <p:spPr>
          <a:xfrm>
            <a:off x="1002575" y="2413300"/>
            <a:ext cx="1689600" cy="615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ru-RU" sz="28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rPr>
              <a:t>5</a:t>
            </a:r>
            <a:endParaRPr b="1" sz="2800">
              <a:solidFill>
                <a:schemeClr val="lt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1116" name="Google Shape;1116;g3665e2fb9b3_7_252"/>
          <p:cNvSpPr txBox="1"/>
          <p:nvPr/>
        </p:nvSpPr>
        <p:spPr>
          <a:xfrm>
            <a:off x="1002575" y="3673300"/>
            <a:ext cx="1689600" cy="615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ru-RU" sz="28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rPr>
              <a:t>x + 3</a:t>
            </a:r>
            <a:endParaRPr b="1" sz="2800">
              <a:solidFill>
                <a:schemeClr val="lt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1117" name="Google Shape;1117;g3665e2fb9b3_7_252"/>
          <p:cNvSpPr txBox="1"/>
          <p:nvPr/>
        </p:nvSpPr>
        <p:spPr>
          <a:xfrm>
            <a:off x="1002575" y="4933300"/>
            <a:ext cx="1689600" cy="615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ru-RU" sz="28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rPr>
              <a:t>x * 2</a:t>
            </a:r>
            <a:endParaRPr b="1" sz="2800">
              <a:solidFill>
                <a:schemeClr val="lt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1118" name="Google Shape;1118;g3665e2fb9b3_7_252"/>
          <p:cNvSpPr txBox="1"/>
          <p:nvPr/>
        </p:nvSpPr>
        <p:spPr>
          <a:xfrm>
            <a:off x="5981850" y="2237475"/>
            <a:ext cx="6233100" cy="1477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800">
                <a:solidFill>
                  <a:srgbClr val="A4C2F4"/>
                </a:solidFill>
                <a:latin typeface="Montserrat"/>
                <a:ea typeface="Montserrat"/>
                <a:cs typeface="Montserrat"/>
                <a:sym typeface="Montserrat"/>
              </a:rPr>
              <a:t>Result.Ok(</a:t>
            </a:r>
            <a:r>
              <a:rPr lang="ru-RU" sz="28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5</a:t>
            </a:r>
            <a:r>
              <a:rPr lang="ru-RU" sz="2800">
                <a:solidFill>
                  <a:srgbClr val="A4C2F4"/>
                </a:solidFill>
                <a:latin typeface="Montserrat"/>
                <a:ea typeface="Montserrat"/>
                <a:cs typeface="Montserrat"/>
                <a:sym typeface="Montserrat"/>
              </a:rPr>
              <a:t>)</a:t>
            </a:r>
            <a:endParaRPr sz="2800">
              <a:solidFill>
                <a:srgbClr val="A4C2F4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800">
                <a:solidFill>
                  <a:srgbClr val="A4C2F4"/>
                </a:solidFill>
                <a:latin typeface="Montserrat"/>
                <a:ea typeface="Montserrat"/>
                <a:cs typeface="Montserrat"/>
                <a:sym typeface="Montserrat"/>
              </a:rPr>
              <a:t>	.Then(</a:t>
            </a:r>
            <a:r>
              <a:rPr lang="ru-RU" sz="28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x =&gt; x + 3</a:t>
            </a:r>
            <a:r>
              <a:rPr lang="ru-RU" sz="2800">
                <a:solidFill>
                  <a:srgbClr val="A4C2F4"/>
                </a:solidFill>
                <a:latin typeface="Montserrat"/>
                <a:ea typeface="Montserrat"/>
                <a:cs typeface="Montserrat"/>
                <a:sym typeface="Montserrat"/>
              </a:rPr>
              <a:t>)</a:t>
            </a:r>
            <a:endParaRPr sz="2800">
              <a:solidFill>
                <a:srgbClr val="A4C2F4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800">
                <a:solidFill>
                  <a:srgbClr val="A4C2F4"/>
                </a:solidFill>
                <a:latin typeface="Montserrat"/>
                <a:ea typeface="Montserrat"/>
                <a:cs typeface="Montserrat"/>
                <a:sym typeface="Montserrat"/>
              </a:rPr>
              <a:t>	.Then(</a:t>
            </a:r>
            <a:r>
              <a:rPr lang="ru-RU" sz="28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x =&gt; x * 2</a:t>
            </a:r>
            <a:r>
              <a:rPr lang="ru-RU" sz="2800">
                <a:solidFill>
                  <a:srgbClr val="A4C2F4"/>
                </a:solidFill>
                <a:latin typeface="Montserrat"/>
                <a:ea typeface="Montserrat"/>
                <a:cs typeface="Montserrat"/>
                <a:sym typeface="Montserrat"/>
              </a:rPr>
              <a:t>)</a:t>
            </a:r>
            <a:endParaRPr sz="2800">
              <a:solidFill>
                <a:srgbClr val="A4C2F4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1119" name="Google Shape;1119;g3665e2fb9b3_7_252"/>
          <p:cNvSpPr txBox="1"/>
          <p:nvPr/>
        </p:nvSpPr>
        <p:spPr>
          <a:xfrm>
            <a:off x="5981850" y="5255500"/>
            <a:ext cx="6575400" cy="615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ru-RU" sz="2800">
                <a:solidFill>
                  <a:srgbClr val="EA9999"/>
                </a:solidFill>
                <a:latin typeface="Montserrat"/>
                <a:ea typeface="Montserrat"/>
                <a:cs typeface="Montserrat"/>
                <a:sym typeface="Montserrat"/>
              </a:rPr>
              <a:t>Combine</a:t>
            </a:r>
            <a:endParaRPr b="1" sz="2800">
              <a:solidFill>
                <a:srgbClr val="EA9999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</p:spTree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3" name="Shape 1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4" name="Google Shape;1124;g3665e2fb9b3_7_291"/>
          <p:cNvSpPr txBox="1"/>
          <p:nvPr>
            <p:ph type="title"/>
          </p:nvPr>
        </p:nvSpPr>
        <p:spPr>
          <a:xfrm>
            <a:off x="587375" y="584200"/>
            <a:ext cx="10017900" cy="119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ru-RU"/>
              <a:t>Использованные операции</a:t>
            </a:r>
            <a:endParaRPr/>
          </a:p>
        </p:txBody>
      </p:sp>
      <p:sp>
        <p:nvSpPr>
          <p:cNvPr id="1125" name="Google Shape;1125;g3665e2fb9b3_7_291"/>
          <p:cNvSpPr txBox="1"/>
          <p:nvPr/>
        </p:nvSpPr>
        <p:spPr>
          <a:xfrm>
            <a:off x="587375" y="2488625"/>
            <a:ext cx="1958400" cy="1477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ru-RU" sz="2800">
                <a:solidFill>
                  <a:srgbClr val="EA9999"/>
                </a:solidFill>
                <a:latin typeface="Montserrat"/>
                <a:ea typeface="Montserrat"/>
                <a:cs typeface="Montserrat"/>
                <a:sym typeface="Montserrat"/>
              </a:rPr>
              <a:t>Inject</a:t>
            </a:r>
            <a:endParaRPr b="1" sz="2800">
              <a:solidFill>
                <a:srgbClr val="EA9999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800">
              <a:solidFill>
                <a:srgbClr val="EA9999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ru-RU" sz="2800">
                <a:solidFill>
                  <a:srgbClr val="EA9999"/>
                </a:solidFill>
                <a:latin typeface="Montserrat"/>
                <a:ea typeface="Montserrat"/>
                <a:cs typeface="Montserrat"/>
                <a:sym typeface="Montserrat"/>
              </a:rPr>
              <a:t>Combine</a:t>
            </a:r>
            <a:endParaRPr b="1" sz="2800">
              <a:solidFill>
                <a:srgbClr val="EA9999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1126" name="Google Shape;1126;g3665e2fb9b3_7_291"/>
          <p:cNvSpPr txBox="1"/>
          <p:nvPr/>
        </p:nvSpPr>
        <p:spPr>
          <a:xfrm>
            <a:off x="2944700" y="2488625"/>
            <a:ext cx="1377000" cy="1477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ru-RU" sz="28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x</a:t>
            </a:r>
            <a:endParaRPr b="1" sz="280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80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ru-RU" sz="28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(</a:t>
            </a:r>
            <a:r>
              <a:rPr b="1" lang="ru-RU" sz="2800">
                <a:solidFill>
                  <a:srgbClr val="A4C2F4"/>
                </a:solidFill>
                <a:latin typeface="Montserrat"/>
                <a:ea typeface="Montserrat"/>
                <a:cs typeface="Montserrat"/>
                <a:sym typeface="Montserrat"/>
              </a:rPr>
              <a:t>R</a:t>
            </a:r>
            <a:r>
              <a:rPr b="1" lang="ru-RU" sz="28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 x) y</a:t>
            </a:r>
            <a:endParaRPr b="1" sz="280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pic>
        <p:nvPicPr>
          <p:cNvPr id="1127" name="Google Shape;1127;g3665e2fb9b3_7_29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349712" y="2567143"/>
            <a:ext cx="464734" cy="464734"/>
          </a:xfrm>
          <a:prstGeom prst="rect">
            <a:avLst/>
          </a:prstGeom>
          <a:noFill/>
          <a:ln>
            <a:noFill/>
          </a:ln>
        </p:spPr>
      </p:pic>
      <p:pic>
        <p:nvPicPr>
          <p:cNvPr id="1128" name="Google Shape;1128;g3665e2fb9b3_7_29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349712" y="3427331"/>
            <a:ext cx="464734" cy="464734"/>
          </a:xfrm>
          <a:prstGeom prst="rect">
            <a:avLst/>
          </a:prstGeom>
          <a:noFill/>
          <a:ln>
            <a:noFill/>
          </a:ln>
        </p:spPr>
      </p:pic>
      <p:sp>
        <p:nvSpPr>
          <p:cNvPr id="1129" name="Google Shape;1129;g3665e2fb9b3_7_291"/>
          <p:cNvSpPr txBox="1"/>
          <p:nvPr/>
        </p:nvSpPr>
        <p:spPr>
          <a:xfrm>
            <a:off x="5071050" y="2488625"/>
            <a:ext cx="1377000" cy="1477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ru-RU" sz="28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(</a:t>
            </a:r>
            <a:r>
              <a:rPr b="1" lang="ru-RU" sz="2800">
                <a:solidFill>
                  <a:srgbClr val="A4C2F4"/>
                </a:solidFill>
                <a:latin typeface="Montserrat"/>
                <a:ea typeface="Montserrat"/>
                <a:cs typeface="Montserrat"/>
                <a:sym typeface="Montserrat"/>
              </a:rPr>
              <a:t>R</a:t>
            </a:r>
            <a:r>
              <a:rPr b="1" lang="ru-RU" sz="28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 x)</a:t>
            </a:r>
            <a:endParaRPr b="1" sz="280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80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ru-RU" sz="28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(</a:t>
            </a:r>
            <a:r>
              <a:rPr b="1" lang="ru-RU" sz="2800">
                <a:solidFill>
                  <a:srgbClr val="A4C2F4"/>
                </a:solidFill>
                <a:latin typeface="Montserrat"/>
                <a:ea typeface="Montserrat"/>
                <a:cs typeface="Montserrat"/>
                <a:sym typeface="Montserrat"/>
              </a:rPr>
              <a:t>R</a:t>
            </a:r>
            <a:r>
              <a:rPr b="1" lang="ru-RU" sz="28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 y)</a:t>
            </a:r>
            <a:endParaRPr b="1" sz="280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1130" name="Google Shape;1130;g3665e2fb9b3_7_291"/>
          <p:cNvSpPr txBox="1"/>
          <p:nvPr/>
        </p:nvSpPr>
        <p:spPr>
          <a:xfrm rot="-302897">
            <a:off x="4636192" y="3989959"/>
            <a:ext cx="2246715" cy="492425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ru-RU" sz="2000">
                <a:solidFill>
                  <a:srgbClr val="EA9999"/>
                </a:solidFill>
                <a:latin typeface="Montserrat"/>
                <a:ea typeface="Montserrat"/>
                <a:cs typeface="Montserrat"/>
                <a:sym typeface="Montserrat"/>
              </a:rPr>
              <a:t>R - это монада</a:t>
            </a:r>
            <a:endParaRPr b="1" sz="2000">
              <a:solidFill>
                <a:srgbClr val="EA9999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34" name="Shape 1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5" name="Google Shape;1135;g3665e2fb9b3_7_268"/>
          <p:cNvSpPr txBox="1"/>
          <p:nvPr>
            <p:ph type="title"/>
          </p:nvPr>
        </p:nvSpPr>
        <p:spPr>
          <a:xfrm>
            <a:off x="587375" y="584200"/>
            <a:ext cx="10017900" cy="119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ru-RU"/>
              <a:t>Использованные операции</a:t>
            </a:r>
            <a:endParaRPr/>
          </a:p>
        </p:txBody>
      </p:sp>
      <p:sp>
        <p:nvSpPr>
          <p:cNvPr id="1136" name="Google Shape;1136;g3665e2fb9b3_7_268"/>
          <p:cNvSpPr txBox="1"/>
          <p:nvPr/>
        </p:nvSpPr>
        <p:spPr>
          <a:xfrm>
            <a:off x="587375" y="2488625"/>
            <a:ext cx="1958400" cy="1477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ru-RU" sz="2800">
                <a:solidFill>
                  <a:srgbClr val="EA9999"/>
                </a:solidFill>
                <a:latin typeface="Montserrat"/>
                <a:ea typeface="Montserrat"/>
                <a:cs typeface="Montserrat"/>
                <a:sym typeface="Montserrat"/>
              </a:rPr>
              <a:t>Inject</a:t>
            </a:r>
            <a:endParaRPr b="1" sz="2800">
              <a:solidFill>
                <a:srgbClr val="EA9999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800">
              <a:solidFill>
                <a:srgbClr val="EA9999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ru-RU" sz="2800">
                <a:solidFill>
                  <a:srgbClr val="EA9999"/>
                </a:solidFill>
                <a:latin typeface="Montserrat"/>
                <a:ea typeface="Montserrat"/>
                <a:cs typeface="Montserrat"/>
                <a:sym typeface="Montserrat"/>
              </a:rPr>
              <a:t>Combine</a:t>
            </a:r>
            <a:endParaRPr b="1" sz="2800">
              <a:solidFill>
                <a:srgbClr val="EA9999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1137" name="Google Shape;1137;g3665e2fb9b3_7_268"/>
          <p:cNvSpPr txBox="1"/>
          <p:nvPr/>
        </p:nvSpPr>
        <p:spPr>
          <a:xfrm>
            <a:off x="2944700" y="2488625"/>
            <a:ext cx="1377000" cy="1477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ru-RU" sz="28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x</a:t>
            </a:r>
            <a:endParaRPr b="1" sz="280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80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ru-RU" sz="28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(</a:t>
            </a:r>
            <a:r>
              <a:rPr b="1" lang="ru-RU" sz="2800">
                <a:solidFill>
                  <a:srgbClr val="A4C2F4"/>
                </a:solidFill>
                <a:latin typeface="Montserrat"/>
                <a:ea typeface="Montserrat"/>
                <a:cs typeface="Montserrat"/>
                <a:sym typeface="Montserrat"/>
              </a:rPr>
              <a:t>R</a:t>
            </a:r>
            <a:r>
              <a:rPr b="1" lang="ru-RU" sz="28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 x) y</a:t>
            </a:r>
            <a:endParaRPr b="1" sz="280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pic>
        <p:nvPicPr>
          <p:cNvPr id="1138" name="Google Shape;1138;g3665e2fb9b3_7_26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349712" y="2567143"/>
            <a:ext cx="464734" cy="464734"/>
          </a:xfrm>
          <a:prstGeom prst="rect">
            <a:avLst/>
          </a:prstGeom>
          <a:noFill/>
          <a:ln>
            <a:noFill/>
          </a:ln>
        </p:spPr>
      </p:pic>
      <p:pic>
        <p:nvPicPr>
          <p:cNvPr id="1139" name="Google Shape;1139;g3665e2fb9b3_7_26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349712" y="3427331"/>
            <a:ext cx="464734" cy="464734"/>
          </a:xfrm>
          <a:prstGeom prst="rect">
            <a:avLst/>
          </a:prstGeom>
          <a:noFill/>
          <a:ln>
            <a:noFill/>
          </a:ln>
        </p:spPr>
      </p:pic>
      <p:sp>
        <p:nvSpPr>
          <p:cNvPr id="1140" name="Google Shape;1140;g3665e2fb9b3_7_268"/>
          <p:cNvSpPr txBox="1"/>
          <p:nvPr/>
        </p:nvSpPr>
        <p:spPr>
          <a:xfrm>
            <a:off x="5071050" y="2488625"/>
            <a:ext cx="1377000" cy="1477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Arial"/>
              <a:buNone/>
            </a:pPr>
            <a:r>
              <a:rPr b="1" lang="ru-RU" sz="28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(</a:t>
            </a:r>
            <a:r>
              <a:rPr b="1" lang="ru-RU" sz="2800">
                <a:solidFill>
                  <a:srgbClr val="A4C2F4"/>
                </a:solidFill>
                <a:latin typeface="Montserrat"/>
                <a:ea typeface="Montserrat"/>
                <a:cs typeface="Montserrat"/>
                <a:sym typeface="Montserrat"/>
              </a:rPr>
              <a:t>R</a:t>
            </a:r>
            <a:r>
              <a:rPr b="1" lang="ru-RU" sz="28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 x)</a:t>
            </a:r>
            <a:endParaRPr b="1" sz="280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80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ru-RU" sz="28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(</a:t>
            </a:r>
            <a:r>
              <a:rPr b="1" lang="ru-RU" sz="2800">
                <a:solidFill>
                  <a:srgbClr val="A4C2F4"/>
                </a:solidFill>
                <a:latin typeface="Montserrat"/>
                <a:ea typeface="Montserrat"/>
                <a:cs typeface="Montserrat"/>
                <a:sym typeface="Montserrat"/>
              </a:rPr>
              <a:t>R</a:t>
            </a:r>
            <a:r>
              <a:rPr b="1" lang="ru-RU" sz="28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 y)</a:t>
            </a:r>
            <a:endParaRPr b="1" sz="280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1141" name="Google Shape;1141;g3665e2fb9b3_7_268"/>
          <p:cNvSpPr txBox="1"/>
          <p:nvPr/>
        </p:nvSpPr>
        <p:spPr>
          <a:xfrm>
            <a:off x="7025917" y="1817547"/>
            <a:ext cx="5194200" cy="4587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6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Монада </a:t>
            </a:r>
            <a:r>
              <a:rPr lang="ru-RU" sz="2600">
                <a:solidFill>
                  <a:srgbClr val="A4C2F4"/>
                </a:solidFill>
                <a:latin typeface="Montserrat"/>
                <a:ea typeface="Montserrat"/>
                <a:cs typeface="Montserrat"/>
                <a:sym typeface="Montserrat"/>
              </a:rPr>
              <a:t>Result</a:t>
            </a:r>
            <a:endParaRPr sz="2600">
              <a:solidFill>
                <a:srgbClr val="A4C2F4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600">
                <a:solidFill>
                  <a:srgbClr val="EA9999"/>
                </a:solidFill>
                <a:latin typeface="Montserrat"/>
                <a:ea typeface="Montserrat"/>
                <a:cs typeface="Montserrat"/>
                <a:sym typeface="Montserrat"/>
              </a:rPr>
              <a:t>Inject</a:t>
            </a:r>
            <a:r>
              <a:rPr lang="ru-RU" sz="26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: </a:t>
            </a:r>
            <a:r>
              <a:rPr lang="ru-RU" sz="2600">
                <a:solidFill>
                  <a:srgbClr val="A4C2F4"/>
                </a:solidFill>
                <a:latin typeface="Montserrat"/>
                <a:ea typeface="Montserrat"/>
                <a:cs typeface="Montserrat"/>
                <a:sym typeface="Montserrat"/>
              </a:rPr>
              <a:t>Result.Ok</a:t>
            </a:r>
            <a:r>
              <a:rPr lang="ru-RU" sz="26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,</a:t>
            </a:r>
            <a:r>
              <a:rPr lang="ru-RU" sz="2600">
                <a:solidFill>
                  <a:srgbClr val="A4C2F4"/>
                </a:solidFill>
                <a:latin typeface="Montserrat"/>
                <a:ea typeface="Montserrat"/>
                <a:cs typeface="Montserrat"/>
                <a:sym typeface="Montserrat"/>
              </a:rPr>
              <a:t> Result.Fail</a:t>
            </a:r>
            <a:endParaRPr sz="2600">
              <a:solidFill>
                <a:srgbClr val="A4C2F4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600">
                <a:solidFill>
                  <a:srgbClr val="EA9999"/>
                </a:solidFill>
                <a:latin typeface="Montserrat"/>
                <a:ea typeface="Montserrat"/>
                <a:cs typeface="Montserrat"/>
                <a:sym typeface="Montserrat"/>
              </a:rPr>
              <a:t>Combine</a:t>
            </a:r>
            <a:r>
              <a:rPr lang="ru-RU" sz="26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: </a:t>
            </a:r>
            <a:r>
              <a:rPr lang="ru-RU" sz="2600">
                <a:solidFill>
                  <a:srgbClr val="A4C2F4"/>
                </a:solidFill>
                <a:latin typeface="Montserrat"/>
                <a:ea typeface="Montserrat"/>
                <a:cs typeface="Montserrat"/>
                <a:sym typeface="Montserrat"/>
              </a:rPr>
              <a:t>Then</a:t>
            </a:r>
            <a:endParaRPr sz="2600">
              <a:solidFill>
                <a:srgbClr val="A4C2F4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60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Arial"/>
              <a:buNone/>
            </a:pPr>
            <a:r>
              <a:rPr lang="ru-RU" sz="26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Монада </a:t>
            </a:r>
            <a:r>
              <a:rPr lang="ru-RU" sz="2600">
                <a:solidFill>
                  <a:srgbClr val="A4C2F4"/>
                </a:solidFill>
                <a:latin typeface="Montserrat"/>
                <a:ea typeface="Montserrat"/>
                <a:cs typeface="Montserrat"/>
                <a:sym typeface="Montserrat"/>
              </a:rPr>
              <a:t>Task</a:t>
            </a:r>
            <a:endParaRPr sz="2600">
              <a:solidFill>
                <a:srgbClr val="A4C2F4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Arial"/>
              <a:buNone/>
            </a:pPr>
            <a:r>
              <a:rPr lang="ru-RU" sz="2600">
                <a:solidFill>
                  <a:srgbClr val="EA9999"/>
                </a:solidFill>
                <a:latin typeface="Montserrat"/>
                <a:ea typeface="Montserrat"/>
                <a:cs typeface="Montserrat"/>
                <a:sym typeface="Montserrat"/>
              </a:rPr>
              <a:t>Inject</a:t>
            </a:r>
            <a:r>
              <a:rPr lang="ru-RU" sz="26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: </a:t>
            </a:r>
            <a:r>
              <a:rPr lang="ru-RU" sz="2600">
                <a:solidFill>
                  <a:srgbClr val="A4C2F4"/>
                </a:solidFill>
                <a:latin typeface="Montserrat"/>
                <a:ea typeface="Montserrat"/>
                <a:cs typeface="Montserrat"/>
                <a:sym typeface="Montserrat"/>
              </a:rPr>
              <a:t>Task.FromResult</a:t>
            </a:r>
            <a:endParaRPr sz="2600">
              <a:solidFill>
                <a:srgbClr val="A4C2F4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600">
                <a:solidFill>
                  <a:srgbClr val="EA9999"/>
                </a:solidFill>
                <a:latin typeface="Montserrat"/>
                <a:ea typeface="Montserrat"/>
                <a:cs typeface="Montserrat"/>
                <a:sym typeface="Montserrat"/>
              </a:rPr>
              <a:t>Combine</a:t>
            </a:r>
            <a:r>
              <a:rPr lang="ru-RU" sz="26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: </a:t>
            </a:r>
            <a:r>
              <a:rPr lang="ru-RU" sz="2600">
                <a:solidFill>
                  <a:srgbClr val="A4C2F4"/>
                </a:solidFill>
                <a:latin typeface="Montserrat"/>
                <a:ea typeface="Montserrat"/>
                <a:cs typeface="Montserrat"/>
                <a:sym typeface="Montserrat"/>
              </a:rPr>
              <a:t>ContinueWIth</a:t>
            </a:r>
            <a:endParaRPr sz="2600">
              <a:solidFill>
                <a:srgbClr val="A4C2F4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600">
              <a:solidFill>
                <a:srgbClr val="A4C2F4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6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Монада </a:t>
            </a:r>
            <a:r>
              <a:rPr lang="ru-RU" sz="2600">
                <a:solidFill>
                  <a:srgbClr val="A4C2F4"/>
                </a:solidFill>
                <a:latin typeface="Montserrat"/>
                <a:ea typeface="Montserrat"/>
                <a:cs typeface="Montserrat"/>
                <a:sym typeface="Montserrat"/>
              </a:rPr>
              <a:t>IEnumerable</a:t>
            </a:r>
            <a:endParaRPr sz="2600">
              <a:solidFill>
                <a:srgbClr val="A4C2F4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600">
                <a:solidFill>
                  <a:srgbClr val="EA9999"/>
                </a:solidFill>
                <a:latin typeface="Montserrat"/>
                <a:ea typeface="Montserrat"/>
                <a:cs typeface="Montserrat"/>
                <a:sym typeface="Montserrat"/>
              </a:rPr>
              <a:t>Inject</a:t>
            </a:r>
            <a:r>
              <a:rPr lang="ru-RU" sz="26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: </a:t>
            </a:r>
            <a:r>
              <a:rPr lang="ru-RU" sz="2600">
                <a:solidFill>
                  <a:srgbClr val="A4C2F4"/>
                </a:solidFill>
                <a:latin typeface="Montserrat"/>
                <a:ea typeface="Montserrat"/>
                <a:cs typeface="Montserrat"/>
                <a:sym typeface="Montserrat"/>
              </a:rPr>
              <a:t>Enumerable.Range</a:t>
            </a:r>
            <a:endParaRPr sz="2600">
              <a:solidFill>
                <a:srgbClr val="A4C2F4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600">
                <a:solidFill>
                  <a:srgbClr val="EA9999"/>
                </a:solidFill>
                <a:latin typeface="Montserrat"/>
                <a:ea typeface="Montserrat"/>
                <a:cs typeface="Montserrat"/>
                <a:sym typeface="Montserrat"/>
              </a:rPr>
              <a:t>Combine</a:t>
            </a:r>
            <a:r>
              <a:rPr lang="ru-RU" sz="26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: </a:t>
            </a:r>
            <a:r>
              <a:rPr lang="ru-RU" sz="2600">
                <a:solidFill>
                  <a:srgbClr val="A4C2F4"/>
                </a:solidFill>
                <a:latin typeface="Montserrat"/>
                <a:ea typeface="Montserrat"/>
                <a:cs typeface="Montserrat"/>
                <a:sym typeface="Montserrat"/>
              </a:rPr>
              <a:t>SelectMany</a:t>
            </a:r>
            <a:endParaRPr sz="260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1142" name="Google Shape;1142;g3665e2fb9b3_7_268"/>
          <p:cNvSpPr txBox="1"/>
          <p:nvPr/>
        </p:nvSpPr>
        <p:spPr>
          <a:xfrm rot="-302897">
            <a:off x="4636192" y="3989959"/>
            <a:ext cx="2246715" cy="492425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ru-RU" sz="2000">
                <a:solidFill>
                  <a:srgbClr val="EA9999"/>
                </a:solidFill>
                <a:latin typeface="Montserrat"/>
                <a:ea typeface="Montserrat"/>
                <a:cs typeface="Montserrat"/>
                <a:sym typeface="Montserrat"/>
              </a:rPr>
              <a:t>R - это монада</a:t>
            </a:r>
            <a:endParaRPr b="1" sz="2000">
              <a:solidFill>
                <a:srgbClr val="EA9999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</p:spTree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47" name="Shape 1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8" name="Google Shape;1148;g3120ba7d59a_0_850"/>
          <p:cNvSpPr txBox="1"/>
          <p:nvPr>
            <p:ph type="title"/>
          </p:nvPr>
        </p:nvSpPr>
        <p:spPr>
          <a:xfrm>
            <a:off x="594750" y="584200"/>
            <a:ext cx="5400000" cy="1574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Arial"/>
              <a:buNone/>
            </a:pPr>
            <a:r>
              <a:rPr lang="ru-RU"/>
              <a:t>Обратная связь</a:t>
            </a:r>
            <a:endParaRPr/>
          </a:p>
        </p:txBody>
      </p:sp>
      <p:sp>
        <p:nvSpPr>
          <p:cNvPr id="1149" name="Google Shape;1149;g3120ba7d59a_0_850"/>
          <p:cNvSpPr txBox="1"/>
          <p:nvPr>
            <p:ph idx="3" type="body"/>
          </p:nvPr>
        </p:nvSpPr>
        <p:spPr>
          <a:xfrm>
            <a:off x="8183217" y="5961666"/>
            <a:ext cx="3421500" cy="291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0" spcFirstLastPara="1" rIns="0" wrap="square" tIns="45700">
            <a:noAutofit/>
          </a:bodyPr>
          <a:lstStyle/>
          <a:p>
            <a:pPr indent="0" lvl="0" marL="0" rtl="0"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</a:pPr>
            <a:r>
              <a:rPr lang="ru-RU"/>
              <a:t>kontur.ru</a:t>
            </a:r>
            <a:endParaRPr/>
          </a:p>
        </p:txBody>
      </p:sp>
      <p:pic>
        <p:nvPicPr>
          <p:cNvPr id="1150" name="Google Shape;1150;g3120ba7d59a_0_850" title="dfbf1e9697436a8bbee9c716d39a4669.png"/>
          <p:cNvPicPr preferRelativeResize="0"/>
          <p:nvPr>
            <p:ph idx="4" type="pic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45214" y="584201"/>
            <a:ext cx="3959400" cy="3959400"/>
          </a:xfrm>
          <a:prstGeom prst="roundRect">
            <a:avLst>
              <a:gd fmla="val 16667" name="adj"/>
            </a:avLst>
          </a:prstGeom>
          <a:noFill/>
        </p:spPr>
      </p:pic>
      <p:sp>
        <p:nvSpPr>
          <p:cNvPr id="1151" name="Google Shape;1151;g3120ba7d59a_0_850"/>
          <p:cNvSpPr txBox="1"/>
          <p:nvPr/>
        </p:nvSpPr>
        <p:spPr>
          <a:xfrm>
            <a:off x="594748" y="3356458"/>
            <a:ext cx="5400000" cy="348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0" spcFirstLastPara="1" rIns="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000">
                <a:solidFill>
                  <a:srgbClr val="FEFFFE"/>
                </a:solidFill>
                <a:latin typeface="Montserrat"/>
                <a:ea typeface="Montserrat"/>
                <a:cs typeface="Montserrat"/>
                <a:sym typeface="Montserrat"/>
              </a:rPr>
              <a:t>Редько Евгений</a:t>
            </a:r>
            <a:endParaRPr sz="2000">
              <a:solidFill>
                <a:srgbClr val="FEFFFE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1152" name="Google Shape;1152;g3120ba7d59a_0_850"/>
          <p:cNvSpPr txBox="1"/>
          <p:nvPr/>
        </p:nvSpPr>
        <p:spPr>
          <a:xfrm>
            <a:off x="594748" y="3760372"/>
            <a:ext cx="5400000" cy="675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0" spcFirstLastPara="1" rIns="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000">
                <a:solidFill>
                  <a:srgbClr val="FEFFFE"/>
                </a:solidFill>
                <a:latin typeface="Montserrat"/>
                <a:ea typeface="Montserrat"/>
                <a:cs typeface="Montserrat"/>
                <a:sym typeface="Montserrat"/>
              </a:rPr>
              <a:t>Старший инженер-программист</a:t>
            </a:r>
            <a:endParaRPr sz="2000">
              <a:solidFill>
                <a:srgbClr val="FEFFFE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1153" name="Google Shape;1153;g3120ba7d59a_0_850"/>
          <p:cNvSpPr txBox="1"/>
          <p:nvPr/>
        </p:nvSpPr>
        <p:spPr>
          <a:xfrm>
            <a:off x="594748" y="4423258"/>
            <a:ext cx="5400000" cy="348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0" spcFirstLastPara="1" rIns="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000">
                <a:solidFill>
                  <a:srgbClr val="FEFFFE"/>
                </a:solidFill>
                <a:latin typeface="Montserrat"/>
                <a:ea typeface="Montserrat"/>
                <a:cs typeface="Montserrat"/>
                <a:sym typeface="Montserrat"/>
              </a:rPr>
              <a:t>Волков Кирилл</a:t>
            </a:r>
            <a:endParaRPr sz="2000">
              <a:solidFill>
                <a:srgbClr val="FEFFFE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1154" name="Google Shape;1154;g3120ba7d59a_0_850"/>
          <p:cNvSpPr txBox="1"/>
          <p:nvPr/>
        </p:nvSpPr>
        <p:spPr>
          <a:xfrm>
            <a:off x="594748" y="4827172"/>
            <a:ext cx="5400000" cy="675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0" spcFirstLastPara="1" rIns="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000">
                <a:solidFill>
                  <a:srgbClr val="FEFFFE"/>
                </a:solidFill>
                <a:latin typeface="Montserrat"/>
                <a:ea typeface="Montserrat"/>
                <a:cs typeface="Montserrat"/>
                <a:sym typeface="Montserrat"/>
              </a:rPr>
              <a:t>Инженер-программист</a:t>
            </a:r>
            <a:endParaRPr sz="2000">
              <a:solidFill>
                <a:srgbClr val="FEFFFE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Тheme Montserrat">
  <a:themeElements>
    <a:clrScheme name="Шаблон 2023">
      <a:dk1>
        <a:srgbClr val="FEFFFE"/>
      </a:dk1>
      <a:lt1>
        <a:srgbClr val="000000"/>
      </a:lt1>
      <a:dk2>
        <a:srgbClr val="F1F1F1"/>
      </a:dk2>
      <a:lt2>
        <a:srgbClr val="000000"/>
      </a:lt2>
      <a:accent1>
        <a:srgbClr val="00C5A7"/>
      </a:accent1>
      <a:accent2>
        <a:srgbClr val="FF8126"/>
      </a:accent2>
      <a:accent3>
        <a:srgbClr val="26AD50"/>
      </a:accent3>
      <a:accent4>
        <a:srgbClr val="FE5948"/>
      </a:accent4>
      <a:accent5>
        <a:srgbClr val="2191FE"/>
      </a:accent5>
      <a:accent6>
        <a:srgbClr val="B850CF"/>
      </a:accent6>
      <a:hlink>
        <a:srgbClr val="0671F6"/>
      </a:hlink>
      <a:folHlink>
        <a:srgbClr val="0570F6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Тема Office">
  <a:themeElements>
    <a:clrScheme name="Стандартная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2021-03-05T04:34:43Z</dcterms:created>
  <dc:creator>Ольга Преображенская</dc:creator>
</cp:coreProperties>
</file>